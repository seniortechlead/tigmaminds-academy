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4_drop_73"/>
          <p:cNvSpPr/>
          <p:nvPr/>
        </p:nvSpPr>
        <p:spPr>
          <a:xfrm rot="8340000">
            <a:off x="9746285" y="635590"/>
            <a:ext cx="157740" cy="157740"/>
          </a:xfrm>
          <a:prstGeom prst="star5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z04_drop_53"/>
          <p:cNvSpPr/>
          <p:nvPr/>
        </p:nvSpPr>
        <p:spPr>
          <a:xfrm rot="7440000">
            <a:off x="7251877" y="1331455"/>
            <a:ext cx="105173" cy="105173"/>
          </a:xfrm>
          <a:prstGeom prst="star5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z04_drop_161"/>
          <p:cNvSpPr/>
          <p:nvPr/>
        </p:nvSpPr>
        <p:spPr>
          <a:xfrm rot="9480000">
            <a:off x="441221" y="1527084"/>
            <a:ext cx="201960" cy="201960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0" name="z04_drop_162"/>
          <p:cNvSpPr/>
          <p:nvPr/>
        </p:nvSpPr>
        <p:spPr>
          <a:xfrm rot="11700000">
            <a:off x="6896964" y="1064740"/>
            <a:ext cx="141264" cy="141264"/>
          </a:xfrm>
          <a:prstGeom prst="triangl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1" name="z04_drop_258"/>
          <p:cNvSpPr/>
          <p:nvPr/>
        </p:nvSpPr>
        <p:spPr>
          <a:xfrm rot="360000">
            <a:off x="5461202" y="419789"/>
            <a:ext cx="222411" cy="222411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2" name="z04_drop_250"/>
          <p:cNvSpPr/>
          <p:nvPr/>
        </p:nvSpPr>
        <p:spPr>
          <a:xfrm rot="15420000">
            <a:off x="1168334" y="207548"/>
            <a:ext cx="136930" cy="136930"/>
          </a:xfrm>
          <a:prstGeom prst="diamond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3" name="z04_drop_325"/>
          <p:cNvSpPr/>
          <p:nvPr/>
        </p:nvSpPr>
        <p:spPr>
          <a:xfrm rot="1440000">
            <a:off x="5168514" y="625144"/>
            <a:ext cx="101023" cy="101023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4" name="z04_drop_317"/>
          <p:cNvSpPr/>
          <p:nvPr/>
        </p:nvSpPr>
        <p:spPr>
          <a:xfrm rot="19500000">
            <a:off x="8139562" y="1397811"/>
            <a:ext cx="248424" cy="248424"/>
          </a:xfrm>
          <a:prstGeom prst="ellips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5" name="z04_drop_441"/>
          <p:cNvSpPr/>
          <p:nvPr/>
        </p:nvSpPr>
        <p:spPr>
          <a:xfrm rot="8340000">
            <a:off x="1615325" y="250298"/>
            <a:ext cx="108198" cy="108198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6" name="z04_drop_450"/>
          <p:cNvSpPr/>
          <p:nvPr/>
        </p:nvSpPr>
        <p:spPr>
          <a:xfrm rot="180000">
            <a:off x="7393842" y="655641"/>
            <a:ext cx="179256" cy="179256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7" name="z04_drop_505"/>
          <p:cNvSpPr/>
          <p:nvPr/>
        </p:nvSpPr>
        <p:spPr>
          <a:xfrm rot="6840000">
            <a:off x="729721" y="1461761"/>
            <a:ext cx="207698" cy="103849"/>
          </a:xfrm>
          <a:prstGeom prst="rect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8" name="z04_drop_522"/>
          <p:cNvSpPr/>
          <p:nvPr/>
        </p:nvSpPr>
        <p:spPr>
          <a:xfrm rot="15840000">
            <a:off x="9858879" y="1580216"/>
            <a:ext cx="145473" cy="145473"/>
          </a:xfrm>
          <a:prstGeom prst="diamond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9" name="z04_drop_599"/>
          <p:cNvSpPr/>
          <p:nvPr/>
        </p:nvSpPr>
        <p:spPr>
          <a:xfrm rot="15660000">
            <a:off x="11613560" y="1048337"/>
            <a:ext cx="118112" cy="118112"/>
          </a:xfrm>
          <a:prstGeom prst="star5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0" name="z04_drop_673"/>
          <p:cNvSpPr/>
          <p:nvPr/>
        </p:nvSpPr>
        <p:spPr>
          <a:xfrm rot="4620000">
            <a:off x="7516205" y="1140550"/>
            <a:ext cx="174788" cy="174788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21" name="z04_drop_674"/>
          <p:cNvSpPr/>
          <p:nvPr/>
        </p:nvSpPr>
        <p:spPr>
          <a:xfrm rot="18240000">
            <a:off x="5117918" y="700572"/>
            <a:ext cx="94151" cy="94151"/>
          </a:xfrm>
          <a:prstGeom prst="diamond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2" name="z04_drop_737"/>
          <p:cNvSpPr/>
          <p:nvPr/>
        </p:nvSpPr>
        <p:spPr>
          <a:xfrm rot="18600000">
            <a:off x="5437835" y="1149499"/>
            <a:ext cx="169925" cy="169925"/>
          </a:xfrm>
          <a:prstGeom prst="triangl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23" name="z04_drop_734"/>
          <p:cNvSpPr/>
          <p:nvPr/>
        </p:nvSpPr>
        <p:spPr>
          <a:xfrm rot="300000">
            <a:off x="3348918" y="1360917"/>
            <a:ext cx="187176" cy="187176"/>
          </a:xfrm>
          <a:prstGeom prst="triangle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24" name="z04_drop_805"/>
          <p:cNvSpPr/>
          <p:nvPr/>
        </p:nvSpPr>
        <p:spPr>
          <a:xfrm rot="2880000">
            <a:off x="5756860" y="528542"/>
            <a:ext cx="116702" cy="116702"/>
          </a:xfrm>
          <a:prstGeom prst="triangl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25" name="z04_drop_894"/>
          <p:cNvSpPr/>
          <p:nvPr/>
        </p:nvSpPr>
        <p:spPr>
          <a:xfrm rot="4800000">
            <a:off x="7794825" y="839413"/>
            <a:ext cx="170066" cy="170066"/>
          </a:xfrm>
          <a:prstGeom prst="triangl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26" name="z04_drop_928"/>
          <p:cNvSpPr/>
          <p:nvPr/>
        </p:nvSpPr>
        <p:spPr>
          <a:xfrm rot="14940000">
            <a:off x="6258853" y="970913"/>
            <a:ext cx="247846" cy="123923"/>
          </a:xfrm>
          <a:prstGeom prst="rect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27" name="z04_drop_928"/>
          <p:cNvSpPr/>
          <p:nvPr/>
        </p:nvSpPr>
        <p:spPr>
          <a:xfrm rot="8280000">
            <a:off x="1022122" y="466141"/>
            <a:ext cx="215214" cy="215214"/>
          </a:xfrm>
          <a:prstGeom prst="triangle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28" name="z04_drop_956"/>
          <p:cNvSpPr/>
          <p:nvPr/>
        </p:nvSpPr>
        <p:spPr>
          <a:xfrm rot="5340000">
            <a:off x="9515887" y="253141"/>
            <a:ext cx="208721" cy="208721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pic>
        <p:nvPicPr>
          <p:cNvPr id="29" name="z01_zoom_0" descr="/home/abhimanyu/myProject/new/tigmaminds-academy/public/tma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78628" y="713232"/>
            <a:ext cx="1234440" cy="1234440"/>
          </a:xfrm>
          <a:prstGeom prst="rect">
            <a:avLst/>
          </a:prstGeom>
        </p:spPr>
      </p:pic>
      <p:sp>
        <p:nvSpPr>
          <p:cNvPr id="30" name="z01_fade_200"/>
          <p:cNvSpPr txBox="1"/>
          <p:nvPr/>
        </p:nvSpPr>
        <p:spPr>
          <a:xfrm>
            <a:off x="1371600" y="2066544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TIGMAMINDS ACADEMY</a:t>
            </a:r>
            <a:endParaRPr lang="en-US" sz="1500" dirty="0"/>
          </a:p>
        </p:txBody>
      </p:sp>
      <p:sp>
        <p:nvSpPr>
          <p:cNvPr id="31" name="z02_zoomout_0"/>
          <p:cNvSpPr txBox="1"/>
          <p:nvPr/>
        </p:nvSpPr>
        <p:spPr>
          <a:xfrm>
            <a:off x="731520" y="2432304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2026</a:t>
            </a:r>
            <a:endParaRPr lang="en-US" sz="6400" dirty="0"/>
          </a:p>
        </p:txBody>
      </p:sp>
      <p:sp>
        <p:nvSpPr>
          <p:cNvPr id="32" name="z02_wiperight_260"/>
          <p:cNvSpPr/>
          <p:nvPr/>
        </p:nvSpPr>
        <p:spPr>
          <a:xfrm>
            <a:off x="4907128" y="3529584"/>
            <a:ext cx="23774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z03_floatup_0"/>
          <p:cNvSpPr txBox="1"/>
          <p:nvPr/>
        </p:nvSpPr>
        <p:spPr>
          <a:xfrm>
            <a:off x="1097280" y="3712464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spc="5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WINNERS ANNOUNCEMENT</a:t>
            </a:r>
            <a:endParaRPr lang="en-US" sz="3000" dirty="0"/>
          </a:p>
        </p:txBody>
      </p:sp>
      <p:sp>
        <p:nvSpPr>
          <p:cNvPr id="34" name="z03_fade_200"/>
          <p:cNvSpPr txBox="1"/>
          <p:nvPr/>
        </p:nvSpPr>
        <p:spPr>
          <a:xfrm>
            <a:off x="1097280" y="4443984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160" kern="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Guwahati, Assam   ·   29–30 August 2026   ·   In-Person Finale</a:t>
            </a:r>
            <a:endParaRPr lang="en-US" sz="1400" dirty="0"/>
          </a:p>
        </p:txBody>
      </p:sp>
      <p:sp>
        <p:nvSpPr>
          <p:cNvPr id="35" name="z03_zoom_340"/>
          <p:cNvSpPr/>
          <p:nvPr/>
        </p:nvSpPr>
        <p:spPr>
          <a:xfrm>
            <a:off x="4038448" y="4974336"/>
            <a:ext cx="4114800" cy="603504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36" name="z03_zoom_340"/>
          <p:cNvSpPr txBox="1"/>
          <p:nvPr/>
        </p:nvSpPr>
        <p:spPr>
          <a:xfrm>
            <a:off x="4038448" y="4974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POOL  ·  Up to ₹1,00,000/-</a:t>
            </a:r>
            <a:endParaRPr lang="en-US" sz="1500" dirty="0"/>
          </a:p>
        </p:txBody>
      </p:sp>
      <p:sp>
        <p:nvSpPr>
          <p:cNvPr id="37" name="z05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teams  ·  62 builders  ·  8 institutions</a:t>
            </a:r>
            <a:endParaRPr lang="en-US" sz="1050" dirty="0"/>
          </a:p>
        </p:txBody>
      </p:sp>
      <p:sp>
        <p:nvSpPr>
          <p:cNvPr id="38" name="z05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tigmaminds.com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" dur="700" fill="hold"/>
                                        <p:tgtEl>
                                          <p:spTgt spid="2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900" fill="hold"/>
                                        <p:tgtEl>
                                          <p:spTgt spid="31"/>
                                        </p:tgtEl>
                                      </p:cBhvr>
                                      <p:from x="280000" y="28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700" fill="hold"/>
                                        <p:tgtEl>
                                          <p:spTgt spid="3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700" fill="hold"/>
                                        <p:tgtEl>
                                          <p:spTgt spid="3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1" dur="1100" fill="hold"/>
                                        <p:tgtEl>
                                          <p:spTgt spid="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2" presetClass="entr" presetSubtype="1" fill="hold" grpId="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6" dur="1100" fill="hold"/>
                                        <p:tgtEl>
                                          <p:spTgt spid="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161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1" dur="1100" fill="hold"/>
                                        <p:tgtEl>
                                          <p:spTgt spid="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162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1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6" dur="1100" fill="hold"/>
                                        <p:tgtEl>
                                          <p:spTgt spid="1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1" dur="1100" fill="hold"/>
                                        <p:tgtEl>
                                          <p:spTgt spid="1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2" presetClass="entr" presetSubtype="1" fill="hold" grpId="0" nodeType="withEffect">
                                  <p:stCondLst>
                                    <p:cond delay="25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6" dur="1100" fill="hold"/>
                                        <p:tgtEl>
                                          <p:spTgt spid="1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" presetClass="entr" presetSubtype="1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1" dur="1100" fill="hold"/>
                                        <p:tgtEl>
                                          <p:spTgt spid="1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6" dur="1100" fill="hold"/>
                                        <p:tgtEl>
                                          <p:spTgt spid="1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2" presetClass="entr" presetSubtype="1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1" dur="1100" fill="hold"/>
                                        <p:tgtEl>
                                          <p:spTgt spid="1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2" presetClass="entr" presetSubtype="1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6" dur="1100" fill="hold"/>
                                        <p:tgtEl>
                                          <p:spTgt spid="1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2" presetClass="entr" presetSubtype="1" fill="hold" grpId="0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1" dur="1100" fill="hold"/>
                                        <p:tgtEl>
                                          <p:spTgt spid="1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2" presetClass="entr" presetSubtype="1" fill="hold" grpId="0" nodeType="withEffect">
                                  <p:stCondLst>
                                    <p:cond delay="522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6" dur="1100" fill="hold"/>
                                        <p:tgtEl>
                                          <p:spTgt spid="1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2" presetClass="entr" presetSubtype="1" fill="hold" grpId="0" nodeType="withEffect">
                                  <p:stCondLst>
                                    <p:cond delay="599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1" dur="1100" fill="hold"/>
                                        <p:tgtEl>
                                          <p:spTgt spid="1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2" presetClass="entr" presetSubtype="1" fill="hold" grpId="0" nodeType="withEffect">
                                  <p:stCondLst>
                                    <p:cond delay="673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6" dur="1100" fill="hold"/>
                                        <p:tgtEl>
                                          <p:spTgt spid="2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2" presetClass="entr" presetSubtype="1" fill="hold" grpId="0" nodeType="withEffect">
                                  <p:stCondLst>
                                    <p:cond delay="674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1" dur="1100" fill="hold"/>
                                        <p:tgtEl>
                                          <p:spTgt spid="2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2" presetClass="entr" presetSubtype="1" fill="hold" grpId="0" nodeType="withEffect">
                                  <p:stCondLst>
                                    <p:cond delay="734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6" dur="1100" fill="hold"/>
                                        <p:tgtEl>
                                          <p:spTgt spid="2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" presetID="2" presetClass="entr" presetSubtype="1" fill="hold" grpId="0" nodeType="withEffect">
                                  <p:stCondLst>
                                    <p:cond delay="737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1" dur="1100" fill="hold"/>
                                        <p:tgtEl>
                                          <p:spTgt spid="2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2" presetClass="entr" presetSubtype="1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6" dur="1100" fill="hold"/>
                                        <p:tgtEl>
                                          <p:spTgt spid="2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2" presetClass="entr" presetSubtype="1" fill="hold" grpId="0" nodeType="withEffect">
                                  <p:stCondLst>
                                    <p:cond delay="894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1" dur="1100" fill="hold"/>
                                        <p:tgtEl>
                                          <p:spTgt spid="2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2" presetClass="entr" presetSubtype="1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1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6" dur="1100" fill="hold"/>
                                        <p:tgtEl>
                                          <p:spTgt spid="2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" presetID="2" presetClass="entr" presetSubtype="1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1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41" dur="1100" fill="hold"/>
                                        <p:tgtEl>
                                          <p:spTgt spid="2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2" presetClass="entr" presetSubtype="1" fill="hold" grpId="0" nodeType="withEffect">
                                  <p:stCondLst>
                                    <p:cond delay="956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1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46" dur="1100" fill="hold"/>
                                        <p:tgtEl>
                                          <p:spTgt spid="2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2026 by the numbers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flyup_0"/>
          <p:cNvSpPr/>
          <p:nvPr/>
        </p:nvSpPr>
        <p:spPr>
          <a:xfrm>
            <a:off x="88240" y="2103120"/>
            <a:ext cx="2139696" cy="2084832"/>
          </a:xfrm>
          <a:prstGeom prst="roundRect">
            <a:avLst>
              <a:gd name="adj" fmla="val 614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1" name="z02_wiperight_60"/>
          <p:cNvSpPr/>
          <p:nvPr/>
        </p:nvSpPr>
        <p:spPr>
          <a:xfrm>
            <a:off x="88240" y="2103120"/>
            <a:ext cx="2139696" cy="91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2" name="z02_zoom_120"/>
          <p:cNvSpPr txBox="1"/>
          <p:nvPr/>
        </p:nvSpPr>
        <p:spPr>
          <a:xfrm>
            <a:off x="88240" y="239572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4200" dirty="0"/>
          </a:p>
        </p:txBody>
      </p:sp>
      <p:sp>
        <p:nvSpPr>
          <p:cNvPr id="13" name="z02_fade_170"/>
          <p:cNvSpPr txBox="1"/>
          <p:nvPr/>
        </p:nvSpPr>
        <p:spPr>
          <a:xfrm>
            <a:off x="88240" y="3236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4" name="z02_fade_210"/>
          <p:cNvSpPr txBox="1"/>
          <p:nvPr/>
        </p:nvSpPr>
        <p:spPr>
          <a:xfrm>
            <a:off x="271120" y="35661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for the Guwahati finale</a:t>
            </a:r>
            <a:endParaRPr lang="en-US" sz="1050" dirty="0"/>
          </a:p>
        </p:txBody>
      </p:sp>
      <p:sp>
        <p:nvSpPr>
          <p:cNvPr id="15" name="z02_flyup_130"/>
          <p:cNvSpPr/>
          <p:nvPr/>
        </p:nvSpPr>
        <p:spPr>
          <a:xfrm>
            <a:off x="2557120" y="2103120"/>
            <a:ext cx="2139696" cy="2084832"/>
          </a:xfrm>
          <a:prstGeom prst="roundRect">
            <a:avLst>
              <a:gd name="adj" fmla="val 614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6" name="z02_wiperight_190"/>
          <p:cNvSpPr/>
          <p:nvPr/>
        </p:nvSpPr>
        <p:spPr>
          <a:xfrm>
            <a:off x="2557120" y="2103120"/>
            <a:ext cx="2139696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z02_zoom_250"/>
          <p:cNvSpPr txBox="1"/>
          <p:nvPr/>
        </p:nvSpPr>
        <p:spPr>
          <a:xfrm>
            <a:off x="2557120" y="239572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200" dirty="0"/>
          </a:p>
        </p:txBody>
      </p:sp>
      <p:sp>
        <p:nvSpPr>
          <p:cNvPr id="18" name="z02_fade_300"/>
          <p:cNvSpPr txBox="1"/>
          <p:nvPr/>
        </p:nvSpPr>
        <p:spPr>
          <a:xfrm>
            <a:off x="2557120" y="3236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BUILDERS</a:t>
            </a:r>
            <a:endParaRPr lang="en-US" sz="1200" dirty="0"/>
          </a:p>
        </p:txBody>
      </p:sp>
      <p:sp>
        <p:nvSpPr>
          <p:cNvPr id="19" name="z02_fade_340"/>
          <p:cNvSpPr txBox="1"/>
          <p:nvPr/>
        </p:nvSpPr>
        <p:spPr>
          <a:xfrm>
            <a:off x="2740000" y="35661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Students, freshers and recent passouts</a:t>
            </a:r>
            <a:endParaRPr lang="en-US" sz="1050" dirty="0"/>
          </a:p>
        </p:txBody>
      </p:sp>
      <p:sp>
        <p:nvSpPr>
          <p:cNvPr id="20" name="z02_flyup_260"/>
          <p:cNvSpPr/>
          <p:nvPr/>
        </p:nvSpPr>
        <p:spPr>
          <a:xfrm>
            <a:off x="5026000" y="2103120"/>
            <a:ext cx="2139696" cy="2084832"/>
          </a:xfrm>
          <a:prstGeom prst="roundRect">
            <a:avLst>
              <a:gd name="adj" fmla="val 614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1" name="z02_wiperight_320"/>
          <p:cNvSpPr/>
          <p:nvPr/>
        </p:nvSpPr>
        <p:spPr>
          <a:xfrm>
            <a:off x="5026000" y="2103120"/>
            <a:ext cx="2139696" cy="91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2" name="z02_zoom_380"/>
          <p:cNvSpPr txBox="1"/>
          <p:nvPr/>
        </p:nvSpPr>
        <p:spPr>
          <a:xfrm>
            <a:off x="5026000" y="239572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200" dirty="0"/>
          </a:p>
        </p:txBody>
      </p:sp>
      <p:sp>
        <p:nvSpPr>
          <p:cNvPr id="23" name="z02_fade_430"/>
          <p:cNvSpPr txBox="1"/>
          <p:nvPr/>
        </p:nvSpPr>
        <p:spPr>
          <a:xfrm>
            <a:off x="5026000" y="3236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INSTITUTIONS</a:t>
            </a:r>
            <a:endParaRPr lang="en-US" sz="1200" dirty="0"/>
          </a:p>
        </p:txBody>
      </p:sp>
      <p:sp>
        <p:nvSpPr>
          <p:cNvPr id="24" name="z02_fade_470"/>
          <p:cNvSpPr txBox="1"/>
          <p:nvPr/>
        </p:nvSpPr>
        <p:spPr>
          <a:xfrm>
            <a:off x="5208880" y="35661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Universities and colleges represented</a:t>
            </a:r>
            <a:endParaRPr lang="en-US" sz="1050" dirty="0"/>
          </a:p>
        </p:txBody>
      </p:sp>
      <p:sp>
        <p:nvSpPr>
          <p:cNvPr id="25" name="z02_flyup_390"/>
          <p:cNvSpPr/>
          <p:nvPr/>
        </p:nvSpPr>
        <p:spPr>
          <a:xfrm>
            <a:off x="7494880" y="2103120"/>
            <a:ext cx="2139696" cy="2084832"/>
          </a:xfrm>
          <a:prstGeom prst="roundRect">
            <a:avLst>
              <a:gd name="adj" fmla="val 614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6" name="z02_wiperight_450"/>
          <p:cNvSpPr/>
          <p:nvPr/>
        </p:nvSpPr>
        <p:spPr>
          <a:xfrm>
            <a:off x="7494880" y="2103120"/>
            <a:ext cx="2139696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z02_zoom_510"/>
          <p:cNvSpPr txBox="1"/>
          <p:nvPr/>
        </p:nvSpPr>
        <p:spPr>
          <a:xfrm>
            <a:off x="7494880" y="239572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4200" dirty="0"/>
          </a:p>
        </p:txBody>
      </p:sp>
      <p:sp>
        <p:nvSpPr>
          <p:cNvPr id="28" name="z02_fade_560"/>
          <p:cNvSpPr txBox="1"/>
          <p:nvPr/>
        </p:nvSpPr>
        <p:spPr>
          <a:xfrm>
            <a:off x="7494880" y="3236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1200" dirty="0"/>
          </a:p>
        </p:txBody>
      </p:sp>
      <p:sp>
        <p:nvSpPr>
          <p:cNvPr id="29" name="z02_fade_600"/>
          <p:cNvSpPr txBox="1"/>
          <p:nvPr/>
        </p:nvSpPr>
        <p:spPr>
          <a:xfrm>
            <a:off x="7677760" y="35661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Non-stop prototype building</a:t>
            </a:r>
            <a:endParaRPr lang="en-US" sz="1050" dirty="0"/>
          </a:p>
        </p:txBody>
      </p:sp>
      <p:sp>
        <p:nvSpPr>
          <p:cNvPr id="30" name="z02_flyup_520"/>
          <p:cNvSpPr/>
          <p:nvPr/>
        </p:nvSpPr>
        <p:spPr>
          <a:xfrm>
            <a:off x="9963760" y="2103120"/>
            <a:ext cx="2139696" cy="2084832"/>
          </a:xfrm>
          <a:prstGeom prst="roundRect">
            <a:avLst>
              <a:gd name="adj" fmla="val 614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1" name="z02_wiperight_580"/>
          <p:cNvSpPr/>
          <p:nvPr/>
        </p:nvSpPr>
        <p:spPr>
          <a:xfrm>
            <a:off x="9963760" y="2103120"/>
            <a:ext cx="2139696" cy="91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2" name="z02_zoom_640"/>
          <p:cNvSpPr txBox="1"/>
          <p:nvPr/>
        </p:nvSpPr>
        <p:spPr>
          <a:xfrm>
            <a:off x="9963760" y="239572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₹1L</a:t>
            </a:r>
            <a:endParaRPr lang="en-US" sz="4200" dirty="0"/>
          </a:p>
        </p:txBody>
      </p:sp>
      <p:sp>
        <p:nvSpPr>
          <p:cNvPr id="33" name="z02_fade_690"/>
          <p:cNvSpPr txBox="1"/>
          <p:nvPr/>
        </p:nvSpPr>
        <p:spPr>
          <a:xfrm>
            <a:off x="9963760" y="3236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POOL</a:t>
            </a:r>
            <a:endParaRPr lang="en-US" sz="1200" dirty="0"/>
          </a:p>
        </p:txBody>
      </p:sp>
      <p:sp>
        <p:nvSpPr>
          <p:cNvPr id="34" name="z02_fade_730"/>
          <p:cNvSpPr txBox="1"/>
          <p:nvPr/>
        </p:nvSpPr>
        <p:spPr>
          <a:xfrm>
            <a:off x="10146640" y="35661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₹1,00,000/- across categories</a:t>
            </a:r>
            <a:endParaRPr lang="en-US" sz="1050" dirty="0"/>
          </a:p>
        </p:txBody>
      </p:sp>
      <p:sp>
        <p:nvSpPr>
          <p:cNvPr id="35" name="z03_fade_0"/>
          <p:cNvSpPr txBox="1"/>
          <p:nvPr/>
        </p:nvSpPr>
        <p:spPr>
          <a:xfrm>
            <a:off x="713232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EIGHT QUALIFIER THEMES</a:t>
            </a:r>
            <a:endParaRPr lang="en-US" sz="1150" dirty="0"/>
          </a:p>
        </p:txBody>
      </p:sp>
      <p:sp>
        <p:nvSpPr>
          <p:cNvPr id="36" name="z03_fadefast_80"/>
          <p:cNvSpPr/>
          <p:nvPr/>
        </p:nvSpPr>
        <p:spPr>
          <a:xfrm>
            <a:off x="713232" y="4828032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7" name="z03_fadefast_80"/>
          <p:cNvSpPr txBox="1"/>
          <p:nvPr/>
        </p:nvSpPr>
        <p:spPr>
          <a:xfrm>
            <a:off x="822960" y="4828032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Wellbeing</a:t>
            </a:r>
            <a:endParaRPr lang="en-US" sz="1050" dirty="0"/>
          </a:p>
        </p:txBody>
      </p:sp>
      <p:sp>
        <p:nvSpPr>
          <p:cNvPr id="38" name="z03_fadefast_140"/>
          <p:cNvSpPr/>
          <p:nvPr/>
        </p:nvSpPr>
        <p:spPr>
          <a:xfrm>
            <a:off x="3451860" y="4828032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9" name="z03_fadefast_140"/>
          <p:cNvSpPr txBox="1"/>
          <p:nvPr/>
        </p:nvSpPr>
        <p:spPr>
          <a:xfrm>
            <a:off x="3561588" y="4828032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 &amp; Food Security</a:t>
            </a:r>
            <a:endParaRPr lang="en-US" sz="1050" dirty="0"/>
          </a:p>
        </p:txBody>
      </p:sp>
      <p:sp>
        <p:nvSpPr>
          <p:cNvPr id="40" name="z03_fadefast_200"/>
          <p:cNvSpPr/>
          <p:nvPr/>
        </p:nvSpPr>
        <p:spPr>
          <a:xfrm>
            <a:off x="6190488" y="4828032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1" name="z03_fadefast_200"/>
          <p:cNvSpPr txBox="1"/>
          <p:nvPr/>
        </p:nvSpPr>
        <p:spPr>
          <a:xfrm>
            <a:off x="6300216" y="4828032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 &amp; Future Learning</a:t>
            </a:r>
            <a:endParaRPr lang="en-US" sz="1050" dirty="0"/>
          </a:p>
        </p:txBody>
      </p:sp>
      <p:sp>
        <p:nvSpPr>
          <p:cNvPr id="42" name="z03_fadefast_260"/>
          <p:cNvSpPr/>
          <p:nvPr/>
        </p:nvSpPr>
        <p:spPr>
          <a:xfrm>
            <a:off x="8929116" y="4828032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3" name="z03_fadefast_260"/>
          <p:cNvSpPr txBox="1"/>
          <p:nvPr/>
        </p:nvSpPr>
        <p:spPr>
          <a:xfrm>
            <a:off x="9038844" y="4828032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&amp; Water Security</a:t>
            </a:r>
            <a:endParaRPr lang="en-US" sz="1050" dirty="0"/>
          </a:p>
        </p:txBody>
      </p:sp>
      <p:sp>
        <p:nvSpPr>
          <p:cNvPr id="44" name="z03_fadefast_320"/>
          <p:cNvSpPr/>
          <p:nvPr/>
        </p:nvSpPr>
        <p:spPr>
          <a:xfrm>
            <a:off x="713232" y="5340096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5" name="z03_fadefast_320"/>
          <p:cNvSpPr txBox="1"/>
          <p:nvPr/>
        </p:nvSpPr>
        <p:spPr>
          <a:xfrm>
            <a:off x="822960" y="5340096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1050" dirty="0"/>
          </a:p>
        </p:txBody>
      </p:sp>
      <p:sp>
        <p:nvSpPr>
          <p:cNvPr id="46" name="z03_fadefast_380"/>
          <p:cNvSpPr/>
          <p:nvPr/>
        </p:nvSpPr>
        <p:spPr>
          <a:xfrm>
            <a:off x="3451860" y="5340096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7" name="z03_fadefast_380"/>
          <p:cNvSpPr txBox="1"/>
          <p:nvPr/>
        </p:nvSpPr>
        <p:spPr>
          <a:xfrm>
            <a:off x="3561588" y="5340096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Emerging Technologies</a:t>
            </a:r>
            <a:endParaRPr lang="en-US" sz="1050" dirty="0"/>
          </a:p>
        </p:txBody>
      </p:sp>
      <p:sp>
        <p:nvSpPr>
          <p:cNvPr id="48" name="z03_fadefast_440"/>
          <p:cNvSpPr/>
          <p:nvPr/>
        </p:nvSpPr>
        <p:spPr>
          <a:xfrm>
            <a:off x="6190488" y="5340096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9" name="z03_fadefast_440"/>
          <p:cNvSpPr txBox="1"/>
          <p:nvPr/>
        </p:nvSpPr>
        <p:spPr>
          <a:xfrm>
            <a:off x="6300216" y="5340096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Change &amp; Sustainability</a:t>
            </a:r>
            <a:endParaRPr lang="en-US" sz="1050" dirty="0"/>
          </a:p>
        </p:txBody>
      </p:sp>
      <p:sp>
        <p:nvSpPr>
          <p:cNvPr id="50" name="z03_fadefast_500"/>
          <p:cNvSpPr/>
          <p:nvPr/>
        </p:nvSpPr>
        <p:spPr>
          <a:xfrm>
            <a:off x="8929116" y="5340096"/>
            <a:ext cx="2574036" cy="420624"/>
          </a:xfrm>
          <a:prstGeom prst="roundRect">
            <a:avLst>
              <a:gd name="adj" fmla="val 50000"/>
            </a:avLst>
          </a:prstGeom>
          <a:solidFill>
            <a:srgbClr val="10193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51" name="z03_fadefast_500"/>
          <p:cNvSpPr txBox="1"/>
          <p:nvPr/>
        </p:nvSpPr>
        <p:spPr>
          <a:xfrm>
            <a:off x="9038844" y="5340096"/>
            <a:ext cx="2354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Low-Code Automation</a:t>
            </a:r>
            <a:endParaRPr lang="en-US" sz="1050" dirty="0"/>
          </a:p>
        </p:txBody>
      </p:sp>
      <p:sp>
        <p:nvSpPr>
          <p:cNvPr id="52" name="z04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TigmaMinds Academy Hackathon 2026</a:t>
            </a:r>
            <a:endParaRPr lang="en-US" sz="1050" dirty="0"/>
          </a:p>
        </p:txBody>
      </p:sp>
      <p:sp>
        <p:nvSpPr>
          <p:cNvPr id="53" name="z04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Guwahati, Assam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700" fill="hold"/>
                                        <p:tgtEl>
                                          <p:spTgt spid="1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7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700" fill="hold"/>
                                        <p:tgtEl>
                                          <p:spTgt spid="3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WINNERS WERE DECIDED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judging criteria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flyleft_0"/>
          <p:cNvSpPr txBox="1"/>
          <p:nvPr/>
        </p:nvSpPr>
        <p:spPr>
          <a:xfrm>
            <a:off x="7772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&amp; Creativity</a:t>
            </a:r>
            <a:endParaRPr lang="en-US" sz="1700" dirty="0"/>
          </a:p>
        </p:txBody>
      </p:sp>
      <p:sp>
        <p:nvSpPr>
          <p:cNvPr id="11" name="z02_fadefast_0"/>
          <p:cNvSpPr/>
          <p:nvPr/>
        </p:nvSpPr>
        <p:spPr>
          <a:xfrm>
            <a:off x="5120640" y="240487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/>
        </p:spPr>
      </p:sp>
      <p:sp>
        <p:nvSpPr>
          <p:cNvPr id="12" name="z02_wiperight_80"/>
          <p:cNvSpPr/>
          <p:nvPr/>
        </p:nvSpPr>
        <p:spPr>
          <a:xfrm>
            <a:off x="5120640" y="240487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13" name="z02_fade_140"/>
          <p:cNvSpPr txBox="1"/>
          <p:nvPr/>
        </p:nvSpPr>
        <p:spPr>
          <a:xfrm>
            <a:off x="10735056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z02_flyleft_140"/>
          <p:cNvSpPr txBox="1"/>
          <p:nvPr/>
        </p:nvSpPr>
        <p:spPr>
          <a:xfrm>
            <a:off x="77724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Implementation</a:t>
            </a:r>
            <a:endParaRPr lang="en-US" sz="1700" dirty="0"/>
          </a:p>
        </p:txBody>
      </p:sp>
      <p:sp>
        <p:nvSpPr>
          <p:cNvPr id="15" name="z02_fadefast_140"/>
          <p:cNvSpPr/>
          <p:nvPr/>
        </p:nvSpPr>
        <p:spPr>
          <a:xfrm>
            <a:off x="5120640" y="313639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/>
        </p:spPr>
      </p:sp>
      <p:sp>
        <p:nvSpPr>
          <p:cNvPr id="16" name="z02_wiperight_220"/>
          <p:cNvSpPr/>
          <p:nvPr/>
        </p:nvSpPr>
        <p:spPr>
          <a:xfrm>
            <a:off x="5120640" y="313639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7" name="z02_fade_280"/>
          <p:cNvSpPr txBox="1"/>
          <p:nvPr/>
        </p:nvSpPr>
        <p:spPr>
          <a:xfrm>
            <a:off x="10735056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1600" dirty="0"/>
          </a:p>
        </p:txBody>
      </p:sp>
      <p:sp>
        <p:nvSpPr>
          <p:cNvPr id="18" name="z02_flyleft_280"/>
          <p:cNvSpPr txBox="1"/>
          <p:nvPr/>
        </p:nvSpPr>
        <p:spPr>
          <a:xfrm>
            <a:off x="77724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Problem-Solving &amp; Impact</a:t>
            </a:r>
            <a:endParaRPr lang="en-US" sz="1700" dirty="0"/>
          </a:p>
        </p:txBody>
      </p:sp>
      <p:sp>
        <p:nvSpPr>
          <p:cNvPr id="19" name="z02_fadefast_280"/>
          <p:cNvSpPr/>
          <p:nvPr/>
        </p:nvSpPr>
        <p:spPr>
          <a:xfrm>
            <a:off x="5120640" y="386791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/>
        </p:spPr>
      </p:sp>
      <p:sp>
        <p:nvSpPr>
          <p:cNvPr id="20" name="z02_wiperight_360"/>
          <p:cNvSpPr/>
          <p:nvPr/>
        </p:nvSpPr>
        <p:spPr>
          <a:xfrm>
            <a:off x="5120640" y="3867912"/>
            <a:ext cx="4315968" cy="22860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21" name="z02_fade_420"/>
          <p:cNvSpPr txBox="1"/>
          <p:nvPr/>
        </p:nvSpPr>
        <p:spPr>
          <a:xfrm>
            <a:off x="10735056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1600" dirty="0"/>
          </a:p>
        </p:txBody>
      </p:sp>
      <p:sp>
        <p:nvSpPr>
          <p:cNvPr id="22" name="z02_flyleft_420"/>
          <p:cNvSpPr txBox="1"/>
          <p:nvPr/>
        </p:nvSpPr>
        <p:spPr>
          <a:xfrm>
            <a:off x="77724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Functionality / Prototype</a:t>
            </a:r>
            <a:endParaRPr lang="en-US" sz="1700" dirty="0"/>
          </a:p>
        </p:txBody>
      </p:sp>
      <p:sp>
        <p:nvSpPr>
          <p:cNvPr id="23" name="z02_fadefast_420"/>
          <p:cNvSpPr/>
          <p:nvPr/>
        </p:nvSpPr>
        <p:spPr>
          <a:xfrm>
            <a:off x="5120640" y="459943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/>
        </p:spPr>
      </p:sp>
      <p:sp>
        <p:nvSpPr>
          <p:cNvPr id="24" name="z02_wiperight_500"/>
          <p:cNvSpPr/>
          <p:nvPr/>
        </p:nvSpPr>
        <p:spPr>
          <a:xfrm>
            <a:off x="5120640" y="4599432"/>
            <a:ext cx="4315968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5" name="z02_fade_560"/>
          <p:cNvSpPr txBox="1"/>
          <p:nvPr/>
        </p:nvSpPr>
        <p:spPr>
          <a:xfrm>
            <a:off x="10735056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1600" dirty="0"/>
          </a:p>
        </p:txBody>
      </p:sp>
      <p:sp>
        <p:nvSpPr>
          <p:cNvPr id="26" name="z02_flyleft_560"/>
          <p:cNvSpPr txBox="1"/>
          <p:nvPr/>
        </p:nvSpPr>
        <p:spPr>
          <a:xfrm>
            <a:off x="777240" y="5212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&amp; Demo</a:t>
            </a:r>
            <a:endParaRPr lang="en-US" sz="1700" dirty="0"/>
          </a:p>
        </p:txBody>
      </p:sp>
      <p:sp>
        <p:nvSpPr>
          <p:cNvPr id="27" name="z02_fadefast_560"/>
          <p:cNvSpPr/>
          <p:nvPr/>
        </p:nvSpPr>
        <p:spPr>
          <a:xfrm>
            <a:off x="5120640" y="5330952"/>
            <a:ext cx="5394960" cy="228600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/>
        </p:spPr>
      </p:sp>
      <p:sp>
        <p:nvSpPr>
          <p:cNvPr id="28" name="z02_wiperight_640"/>
          <p:cNvSpPr/>
          <p:nvPr/>
        </p:nvSpPr>
        <p:spPr>
          <a:xfrm>
            <a:off x="5120640" y="5330952"/>
            <a:ext cx="2157984" cy="22860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29" name="z02_fade_700"/>
          <p:cNvSpPr txBox="1"/>
          <p:nvPr/>
        </p:nvSpPr>
        <p:spPr>
          <a:xfrm>
            <a:off x="10735056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600" dirty="0"/>
          </a:p>
        </p:txBody>
      </p:sp>
      <p:sp>
        <p:nvSpPr>
          <p:cNvPr id="30" name="z03_fade_0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evaluate projects based on innovation, implementation, impact and presentation.</a:t>
            </a:r>
            <a:endParaRPr lang="en-US" sz="1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FINALISTS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19 teams that made it to Guwahati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fadefast_0"/>
          <p:cNvSpPr/>
          <p:nvPr/>
        </p:nvSpPr>
        <p:spPr>
          <a:xfrm>
            <a:off x="545440" y="2148840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1" name="z02_zoom_40"/>
          <p:cNvSpPr/>
          <p:nvPr/>
        </p:nvSpPr>
        <p:spPr>
          <a:xfrm>
            <a:off x="746608" y="2363724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z02_fadefast_40"/>
          <p:cNvSpPr txBox="1"/>
          <p:nvPr/>
        </p:nvSpPr>
        <p:spPr>
          <a:xfrm>
            <a:off x="1048360" y="21488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CODE_BNS</a:t>
            </a:r>
            <a:endParaRPr lang="en-US" sz="1300" dirty="0"/>
          </a:p>
        </p:txBody>
      </p:sp>
      <p:sp>
        <p:nvSpPr>
          <p:cNvPr id="13" name="z02_fadefast_60"/>
          <p:cNvSpPr txBox="1"/>
          <p:nvPr/>
        </p:nvSpPr>
        <p:spPr>
          <a:xfrm>
            <a:off x="2721712" y="2148840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z02_fadefast_55"/>
          <p:cNvSpPr/>
          <p:nvPr/>
        </p:nvSpPr>
        <p:spPr>
          <a:xfrm>
            <a:off x="3361792" y="2148840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5" name="z02_zoom_95"/>
          <p:cNvSpPr/>
          <p:nvPr/>
        </p:nvSpPr>
        <p:spPr>
          <a:xfrm>
            <a:off x="3562960" y="2363724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z02_fadefast_95"/>
          <p:cNvSpPr txBox="1"/>
          <p:nvPr/>
        </p:nvSpPr>
        <p:spPr>
          <a:xfrm>
            <a:off x="3864712" y="21488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Noobs</a:t>
            </a:r>
            <a:endParaRPr lang="en-US" sz="1300" dirty="0"/>
          </a:p>
        </p:txBody>
      </p:sp>
      <p:sp>
        <p:nvSpPr>
          <p:cNvPr id="17" name="z02_fadefast_115"/>
          <p:cNvSpPr txBox="1"/>
          <p:nvPr/>
        </p:nvSpPr>
        <p:spPr>
          <a:xfrm>
            <a:off x="5538064" y="2148840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z02_fadefast_110"/>
          <p:cNvSpPr/>
          <p:nvPr/>
        </p:nvSpPr>
        <p:spPr>
          <a:xfrm>
            <a:off x="6178144" y="2148840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9" name="z02_zoom_150"/>
          <p:cNvSpPr/>
          <p:nvPr/>
        </p:nvSpPr>
        <p:spPr>
          <a:xfrm>
            <a:off x="6379312" y="2363724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z02_fadefast_150"/>
          <p:cNvSpPr txBox="1"/>
          <p:nvPr/>
        </p:nvSpPr>
        <p:spPr>
          <a:xfrm>
            <a:off x="6681064" y="21488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Phoenix</a:t>
            </a:r>
            <a:endParaRPr lang="en-US" sz="1300" dirty="0"/>
          </a:p>
        </p:txBody>
      </p:sp>
      <p:sp>
        <p:nvSpPr>
          <p:cNvPr id="21" name="z02_fadefast_170"/>
          <p:cNvSpPr txBox="1"/>
          <p:nvPr/>
        </p:nvSpPr>
        <p:spPr>
          <a:xfrm>
            <a:off x="8354416" y="2148840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z02_fadefast_165"/>
          <p:cNvSpPr/>
          <p:nvPr/>
        </p:nvSpPr>
        <p:spPr>
          <a:xfrm>
            <a:off x="8994496" y="2148840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3" name="z02_zoom_205"/>
          <p:cNvSpPr/>
          <p:nvPr/>
        </p:nvSpPr>
        <p:spPr>
          <a:xfrm>
            <a:off x="9195664" y="2363724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z02_fadefast_205"/>
          <p:cNvSpPr txBox="1"/>
          <p:nvPr/>
        </p:nvSpPr>
        <p:spPr>
          <a:xfrm>
            <a:off x="9497416" y="21488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Psyduck</a:t>
            </a:r>
            <a:endParaRPr lang="en-US" sz="1300" dirty="0"/>
          </a:p>
        </p:txBody>
      </p:sp>
      <p:sp>
        <p:nvSpPr>
          <p:cNvPr id="25" name="z02_fadefast_225"/>
          <p:cNvSpPr txBox="1"/>
          <p:nvPr/>
        </p:nvSpPr>
        <p:spPr>
          <a:xfrm>
            <a:off x="11170768" y="2148840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z02_fadefast_220"/>
          <p:cNvSpPr/>
          <p:nvPr/>
        </p:nvSpPr>
        <p:spPr>
          <a:xfrm>
            <a:off x="545440" y="2907792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7" name="z02_zoom_260"/>
          <p:cNvSpPr/>
          <p:nvPr/>
        </p:nvSpPr>
        <p:spPr>
          <a:xfrm>
            <a:off x="746608" y="3122676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8" name="z02_fadefast_260"/>
          <p:cNvSpPr txBox="1"/>
          <p:nvPr/>
        </p:nvSpPr>
        <p:spPr>
          <a:xfrm>
            <a:off x="1048360" y="29077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CodeSpace</a:t>
            </a:r>
            <a:endParaRPr lang="en-US" sz="1300" dirty="0"/>
          </a:p>
        </p:txBody>
      </p:sp>
      <p:sp>
        <p:nvSpPr>
          <p:cNvPr id="29" name="z02_fadefast_280"/>
          <p:cNvSpPr txBox="1"/>
          <p:nvPr/>
        </p:nvSpPr>
        <p:spPr>
          <a:xfrm>
            <a:off x="2721712" y="290779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z02_fadefast_275"/>
          <p:cNvSpPr/>
          <p:nvPr/>
        </p:nvSpPr>
        <p:spPr>
          <a:xfrm>
            <a:off x="3361792" y="2907792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1" name="z02_zoom_315"/>
          <p:cNvSpPr/>
          <p:nvPr/>
        </p:nvSpPr>
        <p:spPr>
          <a:xfrm>
            <a:off x="3562960" y="3122676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z02_fadefast_315"/>
          <p:cNvSpPr txBox="1"/>
          <p:nvPr/>
        </p:nvSpPr>
        <p:spPr>
          <a:xfrm>
            <a:off x="3864712" y="29077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</a:t>
            </a:r>
            <a:endParaRPr lang="en-US" sz="1300" dirty="0"/>
          </a:p>
        </p:txBody>
      </p:sp>
      <p:sp>
        <p:nvSpPr>
          <p:cNvPr id="33" name="z02_fadefast_335"/>
          <p:cNvSpPr txBox="1"/>
          <p:nvPr/>
        </p:nvSpPr>
        <p:spPr>
          <a:xfrm>
            <a:off x="5538064" y="290779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z02_fadefast_330"/>
          <p:cNvSpPr/>
          <p:nvPr/>
        </p:nvSpPr>
        <p:spPr>
          <a:xfrm>
            <a:off x="6178144" y="2907792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5" name="z02_zoom_370"/>
          <p:cNvSpPr/>
          <p:nvPr/>
        </p:nvSpPr>
        <p:spPr>
          <a:xfrm>
            <a:off x="6379312" y="3122676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6" name="z02_fadefast_370"/>
          <p:cNvSpPr txBox="1"/>
          <p:nvPr/>
        </p:nvSpPr>
        <p:spPr>
          <a:xfrm>
            <a:off x="6681064" y="29077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</a:t>
            </a:r>
            <a:endParaRPr lang="en-US" sz="1300" dirty="0"/>
          </a:p>
        </p:txBody>
      </p:sp>
      <p:sp>
        <p:nvSpPr>
          <p:cNvPr id="37" name="z02_fadefast_390"/>
          <p:cNvSpPr txBox="1"/>
          <p:nvPr/>
        </p:nvSpPr>
        <p:spPr>
          <a:xfrm>
            <a:off x="8354416" y="290779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z02_fadefast_385"/>
          <p:cNvSpPr/>
          <p:nvPr/>
        </p:nvSpPr>
        <p:spPr>
          <a:xfrm>
            <a:off x="8994496" y="2907792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9" name="z02_zoom_425"/>
          <p:cNvSpPr/>
          <p:nvPr/>
        </p:nvSpPr>
        <p:spPr>
          <a:xfrm>
            <a:off x="9195664" y="3122676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z02_fadefast_425"/>
          <p:cNvSpPr txBox="1"/>
          <p:nvPr/>
        </p:nvSpPr>
        <p:spPr>
          <a:xfrm>
            <a:off x="9497416" y="29077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Nibble</a:t>
            </a:r>
            <a:endParaRPr lang="en-US" sz="1300" dirty="0"/>
          </a:p>
        </p:txBody>
      </p:sp>
      <p:sp>
        <p:nvSpPr>
          <p:cNvPr id="41" name="z02_fadefast_445"/>
          <p:cNvSpPr txBox="1"/>
          <p:nvPr/>
        </p:nvSpPr>
        <p:spPr>
          <a:xfrm>
            <a:off x="11170768" y="290779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z02_fadefast_440"/>
          <p:cNvSpPr/>
          <p:nvPr/>
        </p:nvSpPr>
        <p:spPr>
          <a:xfrm>
            <a:off x="545440" y="3666744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3" name="z02_zoom_480"/>
          <p:cNvSpPr/>
          <p:nvPr/>
        </p:nvSpPr>
        <p:spPr>
          <a:xfrm>
            <a:off x="746608" y="3881628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4" name="z02_fadefast_480"/>
          <p:cNvSpPr txBox="1"/>
          <p:nvPr/>
        </p:nvSpPr>
        <p:spPr>
          <a:xfrm>
            <a:off x="1048360" y="36667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Falcons</a:t>
            </a:r>
            <a:endParaRPr lang="en-US" sz="1300" dirty="0"/>
          </a:p>
        </p:txBody>
      </p:sp>
      <p:sp>
        <p:nvSpPr>
          <p:cNvPr id="45" name="z02_fadefast_500"/>
          <p:cNvSpPr txBox="1"/>
          <p:nvPr/>
        </p:nvSpPr>
        <p:spPr>
          <a:xfrm>
            <a:off x="2721712" y="3666744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z02_fadefast_495"/>
          <p:cNvSpPr/>
          <p:nvPr/>
        </p:nvSpPr>
        <p:spPr>
          <a:xfrm>
            <a:off x="3361792" y="3666744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47" name="z02_zoom_535"/>
          <p:cNvSpPr/>
          <p:nvPr/>
        </p:nvSpPr>
        <p:spPr>
          <a:xfrm>
            <a:off x="3562960" y="3881628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8" name="z02_fadefast_535"/>
          <p:cNvSpPr txBox="1"/>
          <p:nvPr/>
        </p:nvSpPr>
        <p:spPr>
          <a:xfrm>
            <a:off x="3864712" y="36667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FineShyft</a:t>
            </a:r>
            <a:endParaRPr lang="en-US" sz="1300" dirty="0"/>
          </a:p>
        </p:txBody>
      </p:sp>
      <p:sp>
        <p:nvSpPr>
          <p:cNvPr id="49" name="z02_fadefast_555"/>
          <p:cNvSpPr txBox="1"/>
          <p:nvPr/>
        </p:nvSpPr>
        <p:spPr>
          <a:xfrm>
            <a:off x="5538064" y="3666744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z02_fadefast_550"/>
          <p:cNvSpPr/>
          <p:nvPr/>
        </p:nvSpPr>
        <p:spPr>
          <a:xfrm>
            <a:off x="6178144" y="3666744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51" name="z02_zoom_590"/>
          <p:cNvSpPr/>
          <p:nvPr/>
        </p:nvSpPr>
        <p:spPr>
          <a:xfrm>
            <a:off x="6379312" y="3881628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2" name="z02_fadefast_590"/>
          <p:cNvSpPr txBox="1"/>
          <p:nvPr/>
        </p:nvSpPr>
        <p:spPr>
          <a:xfrm>
            <a:off x="6681064" y="36667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Rocket</a:t>
            </a:r>
            <a:endParaRPr lang="en-US" sz="1300" dirty="0"/>
          </a:p>
        </p:txBody>
      </p:sp>
      <p:sp>
        <p:nvSpPr>
          <p:cNvPr id="53" name="z02_fadefast_610"/>
          <p:cNvSpPr txBox="1"/>
          <p:nvPr/>
        </p:nvSpPr>
        <p:spPr>
          <a:xfrm>
            <a:off x="8354416" y="3666744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z02_fadefast_605"/>
          <p:cNvSpPr/>
          <p:nvPr/>
        </p:nvSpPr>
        <p:spPr>
          <a:xfrm>
            <a:off x="8994496" y="3666744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55" name="z02_zoom_645"/>
          <p:cNvSpPr/>
          <p:nvPr/>
        </p:nvSpPr>
        <p:spPr>
          <a:xfrm>
            <a:off x="9195664" y="3881628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6" name="z02_fadefast_645"/>
          <p:cNvSpPr txBox="1"/>
          <p:nvPr/>
        </p:nvSpPr>
        <p:spPr>
          <a:xfrm>
            <a:off x="9497416" y="36667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Brain Cells</a:t>
            </a:r>
            <a:endParaRPr lang="en-US" sz="1300" dirty="0"/>
          </a:p>
        </p:txBody>
      </p:sp>
      <p:sp>
        <p:nvSpPr>
          <p:cNvPr id="57" name="z02_fadefast_665"/>
          <p:cNvSpPr txBox="1"/>
          <p:nvPr/>
        </p:nvSpPr>
        <p:spPr>
          <a:xfrm>
            <a:off x="11170768" y="3666744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z02_fadefast_660"/>
          <p:cNvSpPr/>
          <p:nvPr/>
        </p:nvSpPr>
        <p:spPr>
          <a:xfrm>
            <a:off x="545440" y="4425696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59" name="z02_zoom_700"/>
          <p:cNvSpPr/>
          <p:nvPr/>
        </p:nvSpPr>
        <p:spPr>
          <a:xfrm>
            <a:off x="746608" y="4640580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0" name="z02_fadefast_700"/>
          <p:cNvSpPr txBox="1"/>
          <p:nvPr/>
        </p:nvSpPr>
        <p:spPr>
          <a:xfrm>
            <a:off x="1048360" y="4425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Brahmāstra</a:t>
            </a:r>
            <a:endParaRPr lang="en-US" sz="1300" dirty="0"/>
          </a:p>
        </p:txBody>
      </p:sp>
      <p:sp>
        <p:nvSpPr>
          <p:cNvPr id="61" name="z02_fadefast_720"/>
          <p:cNvSpPr txBox="1"/>
          <p:nvPr/>
        </p:nvSpPr>
        <p:spPr>
          <a:xfrm>
            <a:off x="2721712" y="4425696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z02_fadefast_715"/>
          <p:cNvSpPr/>
          <p:nvPr/>
        </p:nvSpPr>
        <p:spPr>
          <a:xfrm>
            <a:off x="3361792" y="4425696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63" name="z02_zoom_755"/>
          <p:cNvSpPr/>
          <p:nvPr/>
        </p:nvSpPr>
        <p:spPr>
          <a:xfrm>
            <a:off x="3562960" y="4640580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4" name="z02_fadefast_755"/>
          <p:cNvSpPr txBox="1"/>
          <p:nvPr/>
        </p:nvSpPr>
        <p:spPr>
          <a:xfrm>
            <a:off x="3864712" y="4425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Exabyte</a:t>
            </a:r>
            <a:endParaRPr lang="en-US" sz="1300" dirty="0"/>
          </a:p>
        </p:txBody>
      </p:sp>
      <p:sp>
        <p:nvSpPr>
          <p:cNvPr id="65" name="z02_fadefast_775"/>
          <p:cNvSpPr txBox="1"/>
          <p:nvPr/>
        </p:nvSpPr>
        <p:spPr>
          <a:xfrm>
            <a:off x="5538064" y="4425696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z02_fadefast_770"/>
          <p:cNvSpPr/>
          <p:nvPr/>
        </p:nvSpPr>
        <p:spPr>
          <a:xfrm>
            <a:off x="6178144" y="4425696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67" name="z02_zoom_810"/>
          <p:cNvSpPr/>
          <p:nvPr/>
        </p:nvSpPr>
        <p:spPr>
          <a:xfrm>
            <a:off x="6379312" y="4640580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8" name="z02_fadefast_810"/>
          <p:cNvSpPr txBox="1"/>
          <p:nvPr/>
        </p:nvSpPr>
        <p:spPr>
          <a:xfrm>
            <a:off x="6681064" y="4425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CodeCraft</a:t>
            </a:r>
            <a:endParaRPr lang="en-US" sz="1300" dirty="0"/>
          </a:p>
        </p:txBody>
      </p:sp>
      <p:sp>
        <p:nvSpPr>
          <p:cNvPr id="69" name="z02_fadefast_830"/>
          <p:cNvSpPr txBox="1"/>
          <p:nvPr/>
        </p:nvSpPr>
        <p:spPr>
          <a:xfrm>
            <a:off x="8354416" y="4425696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70" name="z02_fadefast_825"/>
          <p:cNvSpPr/>
          <p:nvPr/>
        </p:nvSpPr>
        <p:spPr>
          <a:xfrm>
            <a:off x="8994496" y="4425696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71" name="z02_zoom_865"/>
          <p:cNvSpPr/>
          <p:nvPr/>
        </p:nvSpPr>
        <p:spPr>
          <a:xfrm>
            <a:off x="9195664" y="4640580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2" name="z02_fadefast_865"/>
          <p:cNvSpPr txBox="1"/>
          <p:nvPr/>
        </p:nvSpPr>
        <p:spPr>
          <a:xfrm>
            <a:off x="9497416" y="4425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Novice coders</a:t>
            </a:r>
            <a:endParaRPr lang="en-US" sz="1300" dirty="0"/>
          </a:p>
        </p:txBody>
      </p:sp>
      <p:sp>
        <p:nvSpPr>
          <p:cNvPr id="73" name="z02_fadefast_885"/>
          <p:cNvSpPr txBox="1"/>
          <p:nvPr/>
        </p:nvSpPr>
        <p:spPr>
          <a:xfrm>
            <a:off x="11170768" y="4425696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74" name="z02_fadefast_880"/>
          <p:cNvSpPr/>
          <p:nvPr/>
        </p:nvSpPr>
        <p:spPr>
          <a:xfrm>
            <a:off x="545440" y="5184648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75" name="z02_zoom_920"/>
          <p:cNvSpPr/>
          <p:nvPr/>
        </p:nvSpPr>
        <p:spPr>
          <a:xfrm>
            <a:off x="746608" y="5399532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6" name="z02_fadefast_920"/>
          <p:cNvSpPr txBox="1"/>
          <p:nvPr/>
        </p:nvSpPr>
        <p:spPr>
          <a:xfrm>
            <a:off x="1048360" y="518464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Buri Buri Zaemon</a:t>
            </a:r>
            <a:endParaRPr lang="en-US" sz="1300" dirty="0"/>
          </a:p>
        </p:txBody>
      </p:sp>
      <p:sp>
        <p:nvSpPr>
          <p:cNvPr id="77" name="z02_fadefast_940"/>
          <p:cNvSpPr txBox="1"/>
          <p:nvPr/>
        </p:nvSpPr>
        <p:spPr>
          <a:xfrm>
            <a:off x="2721712" y="5184648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78" name="z02_fadefast_935"/>
          <p:cNvSpPr/>
          <p:nvPr/>
        </p:nvSpPr>
        <p:spPr>
          <a:xfrm>
            <a:off x="3361792" y="5184648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79" name="z02_zoom_975"/>
          <p:cNvSpPr/>
          <p:nvPr/>
        </p:nvSpPr>
        <p:spPr>
          <a:xfrm>
            <a:off x="3562960" y="5399532"/>
            <a:ext cx="173736" cy="1737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0" name="z02_fadefast_975"/>
          <p:cNvSpPr txBox="1"/>
          <p:nvPr/>
        </p:nvSpPr>
        <p:spPr>
          <a:xfrm>
            <a:off x="3864712" y="518464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</a:t>
            </a:r>
            <a:endParaRPr lang="en-US" sz="1300" dirty="0"/>
          </a:p>
        </p:txBody>
      </p:sp>
      <p:sp>
        <p:nvSpPr>
          <p:cNvPr id="81" name="z02_fadefast_995"/>
          <p:cNvSpPr txBox="1"/>
          <p:nvPr/>
        </p:nvSpPr>
        <p:spPr>
          <a:xfrm>
            <a:off x="5538064" y="5184648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82" name="z02_fadefast_990"/>
          <p:cNvSpPr/>
          <p:nvPr/>
        </p:nvSpPr>
        <p:spPr>
          <a:xfrm>
            <a:off x="6178144" y="5184648"/>
            <a:ext cx="2651760" cy="603504"/>
          </a:xfrm>
          <a:prstGeom prst="roundRect">
            <a:avLst>
              <a:gd name="adj" fmla="val 1515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83" name="z02_zoom_1030"/>
          <p:cNvSpPr/>
          <p:nvPr/>
        </p:nvSpPr>
        <p:spPr>
          <a:xfrm>
            <a:off x="6379312" y="5399532"/>
            <a:ext cx="173736" cy="1737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4" name="z02_fadefast_1030"/>
          <p:cNvSpPr txBox="1"/>
          <p:nvPr/>
        </p:nvSpPr>
        <p:spPr>
          <a:xfrm>
            <a:off x="6681064" y="518464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ZeDev</a:t>
            </a:r>
            <a:endParaRPr lang="en-US" sz="1300" dirty="0"/>
          </a:p>
        </p:txBody>
      </p:sp>
      <p:sp>
        <p:nvSpPr>
          <p:cNvPr id="85" name="z02_fadefast_1050"/>
          <p:cNvSpPr txBox="1"/>
          <p:nvPr/>
        </p:nvSpPr>
        <p:spPr>
          <a:xfrm>
            <a:off x="8354416" y="5184648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86" name="z03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team shipped a working prototype in 48 hours</a:t>
            </a:r>
            <a:endParaRPr lang="en-US" sz="1050" dirty="0"/>
          </a:p>
        </p:txBody>
      </p:sp>
      <p:sp>
        <p:nvSpPr>
          <p:cNvPr id="87" name="z03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builders</a:t>
            </a:r>
            <a:endParaRPr lang="en-US" sz="1050" dirty="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700" fill="hold"/>
                                        <p:tgtEl>
                                          <p:spTgt spid="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700" fill="hold"/>
                                        <p:tgtEl>
                                          <p:spTgt spid="1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2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00" fill="hold"/>
                                        <p:tgtEl>
                                          <p:spTgt spid="2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700" fill="hold"/>
                                        <p:tgtEl>
                                          <p:spTgt spid="3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3" presetClass="entr" presetSubtype="16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700" fill="hold"/>
                                        <p:tgtEl>
                                          <p:spTgt spid="3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700" fill="hold"/>
                                        <p:tgtEl>
                                          <p:spTgt spid="3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44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700" fill="hold"/>
                                        <p:tgtEl>
                                          <p:spTgt spid="4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3" presetClass="entr" presetSubtype="16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700" fill="hold"/>
                                        <p:tgtEl>
                                          <p:spTgt spid="4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700" fill="hold"/>
                                        <p:tgtEl>
                                          <p:spTgt spid="5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3" presetClass="entr" presetSubtype="16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4" dur="700" fill="hold"/>
                                        <p:tgtEl>
                                          <p:spTgt spid="5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7" dur="700" fill="hold"/>
                                        <p:tgtEl>
                                          <p:spTgt spid="5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3" presetClass="entr" presetSubtype="16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700" fill="hold"/>
                                        <p:tgtEl>
                                          <p:spTgt spid="6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700" fill="hold"/>
                                        <p:tgtEl>
                                          <p:spTgt spid="6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3" presetClass="entr" presetSubtype="16" fill="hold" grpId="0" nodeType="withEffect">
                                  <p:stCondLst>
                                    <p:cond delay="865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6" dur="700" fill="hold"/>
                                        <p:tgtEl>
                                          <p:spTgt spid="7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86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885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700" fill="hold"/>
                                        <p:tgtEl>
                                          <p:spTgt spid="7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3" presetClass="entr" presetSubtype="16" fill="hold" grpId="0" nodeType="withEffect">
                                  <p:stCondLst>
                                    <p:cond delay="975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2" dur="700" fill="hold"/>
                                        <p:tgtEl>
                                          <p:spTgt spid="7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975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5" dur="700" fill="hold"/>
                                        <p:tgtEl>
                                          <p:spTgt spid="8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ade_0"/>
          <p:cNvSpPr txBox="1"/>
          <p:nvPr/>
        </p:nvSpPr>
        <p:spPr>
          <a:xfrm>
            <a:off x="1097280" y="210312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MOMENT OF TRUTH</a:t>
            </a:r>
            <a:endParaRPr lang="en-US" sz="1500" dirty="0"/>
          </a:p>
        </p:txBody>
      </p:sp>
      <p:sp>
        <p:nvSpPr>
          <p:cNvPr id="8" name="z02_zoomout_0"/>
          <p:cNvSpPr txBox="1"/>
          <p:nvPr/>
        </p:nvSpPr>
        <p:spPr>
          <a:xfrm>
            <a:off x="731520" y="2542032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RESULTS ARE IN</a:t>
            </a:r>
            <a:endParaRPr lang="en-US" sz="5800" dirty="0"/>
          </a:p>
        </p:txBody>
      </p:sp>
      <p:sp>
        <p:nvSpPr>
          <p:cNvPr id="9" name="z03_fade_0"/>
          <p:cNvSpPr txBox="1"/>
          <p:nvPr/>
        </p:nvSpPr>
        <p:spPr>
          <a:xfrm>
            <a:off x="2011680" y="3840480"/>
            <a:ext cx="8168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Judged on innovation and creativity, technical implementation, problem-solving and impact,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functionality of the prototype, and the final presentation.</a:t>
            </a:r>
            <a:endParaRPr lang="en-US" sz="1500" dirty="0"/>
          </a:p>
        </p:txBody>
      </p:sp>
      <p:sp>
        <p:nvSpPr>
          <p:cNvPr id="10" name="z04_pop_0"/>
          <p:cNvSpPr/>
          <p:nvPr/>
        </p:nvSpPr>
        <p:spPr>
          <a:xfrm>
            <a:off x="5647792" y="502920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z04_pop_260"/>
          <p:cNvSpPr/>
          <p:nvPr/>
        </p:nvSpPr>
        <p:spPr>
          <a:xfrm>
            <a:off x="5995264" y="502920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z04_pop_520"/>
          <p:cNvSpPr/>
          <p:nvPr/>
        </p:nvSpPr>
        <p:spPr>
          <a:xfrm>
            <a:off x="6342736" y="502920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8"/>
                                        </p:tgtEl>
                                      </p:cBhvr>
                                      <p:from x="280000" y="28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420" fill="hold"/>
                                        <p:tgtEl>
                                          <p:spTgt spid="1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420" fill="hold"/>
                                        <p:tgtEl>
                                          <p:spTgt spid="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AWARD  ·  SECOND PLACE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Runner-Up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zoom_0"/>
          <p:cNvSpPr/>
          <p:nvPr/>
        </p:nvSpPr>
        <p:spPr>
          <a:xfrm>
            <a:off x="804672" y="2176272"/>
            <a:ext cx="2734056" cy="2734056"/>
          </a:xfrm>
          <a:prstGeom prst="ellipse">
            <a:avLst/>
          </a:prstGeom>
          <a:solidFill>
            <a:srgbClr val="C7D2E4">
              <a:alpha val="24000"/>
            </a:srgbClr>
          </a:solidFill>
          <a:ln/>
        </p:spPr>
      </p:sp>
      <p:sp>
        <p:nvSpPr>
          <p:cNvPr id="11" name="z02_spin_60"/>
          <p:cNvSpPr/>
          <p:nvPr/>
        </p:nvSpPr>
        <p:spPr>
          <a:xfrm>
            <a:off x="1005840" y="2377440"/>
            <a:ext cx="2331720" cy="2331720"/>
          </a:xfrm>
          <a:prstGeom prst="ellipse">
            <a:avLst/>
          </a:prstGeom>
          <a:solidFill>
            <a:srgbClr val="17204A"/>
          </a:solidFill>
          <a:ln w="50800">
            <a:solidFill>
              <a:srgbClr val="C7D2E4"/>
            </a:solidFill>
            <a:prstDash val="solid"/>
          </a:ln>
        </p:spPr>
      </p:sp>
      <p:sp>
        <p:nvSpPr>
          <p:cNvPr id="12" name="z02_zoom_180"/>
          <p:cNvSpPr txBox="1"/>
          <p:nvPr/>
        </p:nvSpPr>
        <p:spPr>
          <a:xfrm>
            <a:off x="1005840" y="237744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200" dirty="0"/>
          </a:p>
        </p:txBody>
      </p:sp>
      <p:sp>
        <p:nvSpPr>
          <p:cNvPr id="13" name="z03_fade_0"/>
          <p:cNvSpPr txBox="1"/>
          <p:nvPr/>
        </p:nvSpPr>
        <p:spPr>
          <a:xfrm>
            <a:off x="3977640" y="2487168"/>
            <a:ext cx="7436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500" kern="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250" dirty="0"/>
          </a:p>
        </p:txBody>
      </p:sp>
      <p:sp>
        <p:nvSpPr>
          <p:cNvPr id="14" name="z03c_zoomout_120"/>
          <p:cNvSpPr txBox="1"/>
          <p:nvPr/>
        </p:nvSpPr>
        <p:spPr>
          <a:xfrm>
            <a:off x="3977640" y="2779776"/>
            <a:ext cx="74368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FineShyft</a:t>
            </a:r>
            <a:endParaRPr lang="en-US" sz="4600" dirty="0"/>
          </a:p>
        </p:txBody>
      </p:sp>
      <p:sp>
        <p:nvSpPr>
          <p:cNvPr id="15" name="z03_wiperight_320"/>
          <p:cNvSpPr/>
          <p:nvPr/>
        </p:nvSpPr>
        <p:spPr>
          <a:xfrm>
            <a:off x="4005072" y="3858768"/>
            <a:ext cx="1920240" cy="54864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16" name="z04_fade_120"/>
          <p:cNvSpPr txBox="1"/>
          <p:nvPr/>
        </p:nvSpPr>
        <p:spPr>
          <a:xfrm>
            <a:off x="3977640" y="4078224"/>
            <a:ext cx="7436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400" dirty="0"/>
          </a:p>
        </p:txBody>
      </p:sp>
      <p:sp>
        <p:nvSpPr>
          <p:cNvPr id="17" name="z05_fade_0"/>
          <p:cNvSpPr txBox="1"/>
          <p:nvPr/>
        </p:nvSpPr>
        <p:spPr>
          <a:xfrm>
            <a:off x="3977640" y="455371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8" name="z05_zoom_60"/>
          <p:cNvSpPr/>
          <p:nvPr/>
        </p:nvSpPr>
        <p:spPr>
          <a:xfrm>
            <a:off x="4037076" y="4882896"/>
            <a:ext cx="713232" cy="713232"/>
          </a:xfrm>
          <a:prstGeom prst="ellipse">
            <a:avLst/>
          </a:prstGeom>
          <a:solidFill>
            <a:srgbClr val="17204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19" name="z05_zoom_60"/>
          <p:cNvSpPr txBox="1"/>
          <p:nvPr/>
        </p:nvSpPr>
        <p:spPr>
          <a:xfrm>
            <a:off x="4037076" y="4882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</a:t>
            </a:r>
            <a:endParaRPr lang="en-US" sz="1300" dirty="0"/>
          </a:p>
        </p:txBody>
      </p:sp>
      <p:sp>
        <p:nvSpPr>
          <p:cNvPr id="20" name="z05_fade_120"/>
          <p:cNvSpPr txBox="1"/>
          <p:nvPr/>
        </p:nvSpPr>
        <p:spPr>
          <a:xfrm>
            <a:off x="3739896" y="56875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Juman Dev Sarma</a:t>
            </a:r>
            <a:endParaRPr lang="en-US" sz="950" dirty="0"/>
          </a:p>
        </p:txBody>
      </p:sp>
      <p:sp>
        <p:nvSpPr>
          <p:cNvPr id="21" name="z05_zoom_180"/>
          <p:cNvSpPr/>
          <p:nvPr/>
        </p:nvSpPr>
        <p:spPr>
          <a:xfrm>
            <a:off x="5253228" y="4882896"/>
            <a:ext cx="713232" cy="713232"/>
          </a:xfrm>
          <a:prstGeom prst="ellipse">
            <a:avLst/>
          </a:prstGeom>
          <a:solidFill>
            <a:srgbClr val="17204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22" name="z05_zoom_180"/>
          <p:cNvSpPr txBox="1"/>
          <p:nvPr/>
        </p:nvSpPr>
        <p:spPr>
          <a:xfrm>
            <a:off x="5253228" y="4882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</a:t>
            </a:r>
            <a:endParaRPr lang="en-US" sz="1300" dirty="0"/>
          </a:p>
        </p:txBody>
      </p:sp>
      <p:sp>
        <p:nvSpPr>
          <p:cNvPr id="23" name="z05_fade_240"/>
          <p:cNvSpPr txBox="1"/>
          <p:nvPr/>
        </p:nvSpPr>
        <p:spPr>
          <a:xfrm>
            <a:off x="4956048" y="56875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Khairul Hassan</a:t>
            </a:r>
            <a:endParaRPr lang="en-US" sz="950" dirty="0"/>
          </a:p>
        </p:txBody>
      </p:sp>
      <p:sp>
        <p:nvSpPr>
          <p:cNvPr id="24" name="z05_zoom_300"/>
          <p:cNvSpPr/>
          <p:nvPr/>
        </p:nvSpPr>
        <p:spPr>
          <a:xfrm>
            <a:off x="6469380" y="4882896"/>
            <a:ext cx="713232" cy="713232"/>
          </a:xfrm>
          <a:prstGeom prst="ellipse">
            <a:avLst/>
          </a:prstGeom>
          <a:solidFill>
            <a:srgbClr val="17204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25" name="z05_zoom_300"/>
          <p:cNvSpPr txBox="1"/>
          <p:nvPr/>
        </p:nvSpPr>
        <p:spPr>
          <a:xfrm>
            <a:off x="6469380" y="4882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</a:t>
            </a:r>
            <a:endParaRPr lang="en-US" sz="1300" dirty="0"/>
          </a:p>
        </p:txBody>
      </p:sp>
      <p:sp>
        <p:nvSpPr>
          <p:cNvPr id="26" name="z05_fade_360"/>
          <p:cNvSpPr txBox="1"/>
          <p:nvPr/>
        </p:nvSpPr>
        <p:spPr>
          <a:xfrm>
            <a:off x="6172200" y="56875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Abhirup Das</a:t>
            </a:r>
            <a:endParaRPr lang="en-US" sz="950" dirty="0"/>
          </a:p>
        </p:txBody>
      </p:sp>
      <p:sp>
        <p:nvSpPr>
          <p:cNvPr id="27" name="z05_zoom_420"/>
          <p:cNvSpPr/>
          <p:nvPr/>
        </p:nvSpPr>
        <p:spPr>
          <a:xfrm>
            <a:off x="7685532" y="4882896"/>
            <a:ext cx="713232" cy="713232"/>
          </a:xfrm>
          <a:prstGeom prst="ellipse">
            <a:avLst/>
          </a:prstGeom>
          <a:solidFill>
            <a:srgbClr val="17204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28" name="z05_zoom_420"/>
          <p:cNvSpPr txBox="1"/>
          <p:nvPr/>
        </p:nvSpPr>
        <p:spPr>
          <a:xfrm>
            <a:off x="7685532" y="4882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</a:t>
            </a:r>
            <a:endParaRPr lang="en-US" sz="1300" dirty="0"/>
          </a:p>
        </p:txBody>
      </p:sp>
      <p:sp>
        <p:nvSpPr>
          <p:cNvPr id="29" name="z05_fade_480"/>
          <p:cNvSpPr txBox="1"/>
          <p:nvPr/>
        </p:nvSpPr>
        <p:spPr>
          <a:xfrm>
            <a:off x="7388352" y="56875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Bhaskarjyoti Chanda</a:t>
            </a:r>
            <a:endParaRPr lang="en-US" sz="950" dirty="0"/>
          </a:p>
        </p:txBody>
      </p:sp>
      <p:sp>
        <p:nvSpPr>
          <p:cNvPr id="30" name="z06_wiperight_0"/>
          <p:cNvSpPr/>
          <p:nvPr/>
        </p:nvSpPr>
        <p:spPr>
          <a:xfrm>
            <a:off x="8385048" y="5193792"/>
            <a:ext cx="3182112" cy="45720"/>
          </a:xfrm>
          <a:prstGeom prst="rect">
            <a:avLst/>
          </a:prstGeom>
          <a:solidFill>
            <a:srgbClr val="2C3A6B"/>
          </a:solidFill>
          <a:ln/>
        </p:spPr>
      </p:sp>
      <p:sp>
        <p:nvSpPr>
          <p:cNvPr id="31" name="z06_wipeup_120"/>
          <p:cNvSpPr/>
          <p:nvPr/>
        </p:nvSpPr>
        <p:spPr>
          <a:xfrm>
            <a:off x="8549640" y="3712464"/>
            <a:ext cx="841248" cy="1481328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32" name="z06_fade_220"/>
          <p:cNvSpPr txBox="1"/>
          <p:nvPr/>
        </p:nvSpPr>
        <p:spPr>
          <a:xfrm>
            <a:off x="8549640" y="382219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10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900" dirty="0"/>
          </a:p>
        </p:txBody>
      </p:sp>
      <p:sp>
        <p:nvSpPr>
          <p:cNvPr id="33" name="z06_wipeup_250"/>
          <p:cNvSpPr/>
          <p:nvPr/>
        </p:nvSpPr>
        <p:spPr>
          <a:xfrm>
            <a:off x="9555480" y="3145536"/>
            <a:ext cx="841248" cy="2048256"/>
          </a:xfrm>
          <a:prstGeom prst="rect">
            <a:avLst/>
          </a:prstGeom>
          <a:solidFill>
            <a:srgbClr val="FFC857">
              <a:alpha val="22000"/>
            </a:srgbClr>
          </a:solidFill>
          <a:ln/>
        </p:spPr>
      </p:sp>
      <p:sp>
        <p:nvSpPr>
          <p:cNvPr id="34" name="z06_fade_350"/>
          <p:cNvSpPr txBox="1"/>
          <p:nvPr/>
        </p:nvSpPr>
        <p:spPr>
          <a:xfrm>
            <a:off x="9555480" y="325526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900" dirty="0"/>
          </a:p>
        </p:txBody>
      </p:sp>
      <p:sp>
        <p:nvSpPr>
          <p:cNvPr id="35" name="z06_wipeup_380"/>
          <p:cNvSpPr/>
          <p:nvPr/>
        </p:nvSpPr>
        <p:spPr>
          <a:xfrm>
            <a:off x="10561320" y="4114800"/>
            <a:ext cx="841248" cy="1078992"/>
          </a:xfrm>
          <a:prstGeom prst="rect">
            <a:avLst/>
          </a:prstGeom>
          <a:solidFill>
            <a:srgbClr val="CD8B62">
              <a:alpha val="22000"/>
            </a:srgbClr>
          </a:solidFill>
          <a:ln/>
        </p:spPr>
      </p:sp>
      <p:sp>
        <p:nvSpPr>
          <p:cNvPr id="36" name="z06_fade_480"/>
          <p:cNvSpPr txBox="1"/>
          <p:nvPr/>
        </p:nvSpPr>
        <p:spPr>
          <a:xfrm>
            <a:off x="10561320" y="422452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900" dirty="0"/>
          </a:p>
        </p:txBody>
      </p:sp>
      <p:sp>
        <p:nvSpPr>
          <p:cNvPr id="37" name="z07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TigmaMinds Academy Hackathon 2026</a:t>
            </a:r>
            <a:endParaRPr lang="en-US" sz="1050" dirty="0"/>
          </a:p>
        </p:txBody>
      </p:sp>
      <p:sp>
        <p:nvSpPr>
          <p:cNvPr id="38" name="z07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PLACE · Guwahati Finale</a:t>
            </a:r>
            <a:endParaRPr lang="en-US" sz="1050" dirty="0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18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950" fill="hold"/>
                                        <p:tgtEl>
                                          <p:spTgt spid="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Rot by="21600000">
                                      <p:cBhvr>
                                        <p:cTn id="23" dur="950" fill="hold"/>
                                        <p:tgtEl>
                                          <p:spTgt spid="1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7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9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280000" y="28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700" fill="hold"/>
                                        <p:tgtEl>
                                          <p:spTgt spid="2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700" fill="hold"/>
                                        <p:tgtEl>
                                          <p:spTgt spid="2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7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700" fill="hold"/>
                                        <p:tgtEl>
                                          <p:spTgt spid="2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RUNNER-UP TEAM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FineShyft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flyup_0"/>
          <p:cNvSpPr/>
          <p:nvPr/>
        </p:nvSpPr>
        <p:spPr>
          <a:xfrm>
            <a:off x="658368" y="2331720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1" name="z02_flyup_30"/>
          <p:cNvSpPr/>
          <p:nvPr/>
        </p:nvSpPr>
        <p:spPr>
          <a:xfrm>
            <a:off x="658368" y="2478024"/>
            <a:ext cx="68580" cy="1124712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12" name="z02_zoom_60"/>
          <p:cNvSpPr/>
          <p:nvPr/>
        </p:nvSpPr>
        <p:spPr>
          <a:xfrm>
            <a:off x="932688" y="2532888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13" name="z02_zoom_60"/>
          <p:cNvSpPr txBox="1"/>
          <p:nvPr/>
        </p:nvSpPr>
        <p:spPr>
          <a:xfrm>
            <a:off x="932688" y="2532888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</a:t>
            </a:r>
            <a:endParaRPr lang="en-US" sz="1500" dirty="0"/>
          </a:p>
        </p:txBody>
      </p:sp>
      <p:sp>
        <p:nvSpPr>
          <p:cNvPr id="14" name="z02_flyup_80"/>
          <p:cNvSpPr txBox="1"/>
          <p:nvPr/>
        </p:nvSpPr>
        <p:spPr>
          <a:xfrm>
            <a:off x="2185416" y="255117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Juman Dev Sarma</a:t>
            </a:r>
            <a:endParaRPr lang="en-US" sz="1650" dirty="0"/>
          </a:p>
        </p:txBody>
      </p:sp>
      <p:sp>
        <p:nvSpPr>
          <p:cNvPr id="15" name="z02_flyup_100"/>
          <p:cNvSpPr txBox="1"/>
          <p:nvPr/>
        </p:nvSpPr>
        <p:spPr>
          <a:xfrm>
            <a:off x="2185416" y="2898648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6" name="z02_flyup_120"/>
          <p:cNvSpPr txBox="1"/>
          <p:nvPr/>
        </p:nvSpPr>
        <p:spPr>
          <a:xfrm>
            <a:off x="2185416" y="312724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100" dirty="0"/>
          </a:p>
        </p:txBody>
      </p:sp>
      <p:sp>
        <p:nvSpPr>
          <p:cNvPr id="17" name="z02_flyup_150"/>
          <p:cNvSpPr/>
          <p:nvPr/>
        </p:nvSpPr>
        <p:spPr>
          <a:xfrm>
            <a:off x="6300216" y="2331720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8" name="z02_flyup_180"/>
          <p:cNvSpPr/>
          <p:nvPr/>
        </p:nvSpPr>
        <p:spPr>
          <a:xfrm>
            <a:off x="6300216" y="2478024"/>
            <a:ext cx="68580" cy="1124712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19" name="z02_zoom_210"/>
          <p:cNvSpPr/>
          <p:nvPr/>
        </p:nvSpPr>
        <p:spPr>
          <a:xfrm>
            <a:off x="6574536" y="2532888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20" name="z02_zoom_210"/>
          <p:cNvSpPr txBox="1"/>
          <p:nvPr/>
        </p:nvSpPr>
        <p:spPr>
          <a:xfrm>
            <a:off x="6574536" y="2532888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</a:t>
            </a:r>
            <a:endParaRPr lang="en-US" sz="1500" dirty="0"/>
          </a:p>
        </p:txBody>
      </p:sp>
      <p:sp>
        <p:nvSpPr>
          <p:cNvPr id="21" name="z02_flyup_230"/>
          <p:cNvSpPr txBox="1"/>
          <p:nvPr/>
        </p:nvSpPr>
        <p:spPr>
          <a:xfrm>
            <a:off x="7827264" y="255117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Khairul Hassan</a:t>
            </a:r>
            <a:endParaRPr lang="en-US" sz="1650" dirty="0"/>
          </a:p>
        </p:txBody>
      </p:sp>
      <p:sp>
        <p:nvSpPr>
          <p:cNvPr id="22" name="z02_flyup_250"/>
          <p:cNvSpPr txBox="1"/>
          <p:nvPr/>
        </p:nvSpPr>
        <p:spPr>
          <a:xfrm>
            <a:off x="7827264" y="2898648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3" name="z02_flyup_270"/>
          <p:cNvSpPr txBox="1"/>
          <p:nvPr/>
        </p:nvSpPr>
        <p:spPr>
          <a:xfrm>
            <a:off x="7827264" y="312724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100" dirty="0"/>
          </a:p>
        </p:txBody>
      </p:sp>
      <p:sp>
        <p:nvSpPr>
          <p:cNvPr id="24" name="z02_flyup_300"/>
          <p:cNvSpPr/>
          <p:nvPr/>
        </p:nvSpPr>
        <p:spPr>
          <a:xfrm>
            <a:off x="658368" y="3950208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5" name="z02_flyup_330"/>
          <p:cNvSpPr/>
          <p:nvPr/>
        </p:nvSpPr>
        <p:spPr>
          <a:xfrm>
            <a:off x="658368" y="4096512"/>
            <a:ext cx="68580" cy="1124712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26" name="z02_zoom_360"/>
          <p:cNvSpPr/>
          <p:nvPr/>
        </p:nvSpPr>
        <p:spPr>
          <a:xfrm>
            <a:off x="932688" y="4151376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27" name="z02_zoom_360"/>
          <p:cNvSpPr txBox="1"/>
          <p:nvPr/>
        </p:nvSpPr>
        <p:spPr>
          <a:xfrm>
            <a:off x="932688" y="4151376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</a:t>
            </a:r>
            <a:endParaRPr lang="en-US" sz="1500" dirty="0"/>
          </a:p>
        </p:txBody>
      </p:sp>
      <p:sp>
        <p:nvSpPr>
          <p:cNvPr id="28" name="z02_flyup_380"/>
          <p:cNvSpPr txBox="1"/>
          <p:nvPr/>
        </p:nvSpPr>
        <p:spPr>
          <a:xfrm>
            <a:off x="2185416" y="4169664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Abhirup Das</a:t>
            </a:r>
            <a:endParaRPr lang="en-US" sz="1650" dirty="0"/>
          </a:p>
        </p:txBody>
      </p:sp>
      <p:sp>
        <p:nvSpPr>
          <p:cNvPr id="29" name="z02_flyup_400"/>
          <p:cNvSpPr txBox="1"/>
          <p:nvPr/>
        </p:nvSpPr>
        <p:spPr>
          <a:xfrm>
            <a:off x="2185416" y="4517136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0" name="z02_flyup_420"/>
          <p:cNvSpPr txBox="1"/>
          <p:nvPr/>
        </p:nvSpPr>
        <p:spPr>
          <a:xfrm>
            <a:off x="2185416" y="474573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100" dirty="0"/>
          </a:p>
        </p:txBody>
      </p:sp>
      <p:sp>
        <p:nvSpPr>
          <p:cNvPr id="31" name="z02_flyup_450"/>
          <p:cNvSpPr/>
          <p:nvPr/>
        </p:nvSpPr>
        <p:spPr>
          <a:xfrm>
            <a:off x="6300216" y="3950208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2" name="z02_flyup_480"/>
          <p:cNvSpPr/>
          <p:nvPr/>
        </p:nvSpPr>
        <p:spPr>
          <a:xfrm>
            <a:off x="6300216" y="4096512"/>
            <a:ext cx="68580" cy="1124712"/>
          </a:xfrm>
          <a:prstGeom prst="rect">
            <a:avLst/>
          </a:prstGeom>
          <a:solidFill>
            <a:srgbClr val="C7D2E4"/>
          </a:solidFill>
          <a:ln/>
        </p:spPr>
      </p:sp>
      <p:sp>
        <p:nvSpPr>
          <p:cNvPr id="33" name="z02_zoom_510"/>
          <p:cNvSpPr/>
          <p:nvPr/>
        </p:nvSpPr>
        <p:spPr>
          <a:xfrm>
            <a:off x="6574536" y="4151376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C7D2E4"/>
            </a:solidFill>
            <a:prstDash val="solid"/>
          </a:ln>
        </p:spPr>
      </p:sp>
      <p:sp>
        <p:nvSpPr>
          <p:cNvPr id="34" name="z02_zoom_510"/>
          <p:cNvSpPr txBox="1"/>
          <p:nvPr/>
        </p:nvSpPr>
        <p:spPr>
          <a:xfrm>
            <a:off x="6574536" y="4151376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</a:t>
            </a:r>
            <a:endParaRPr lang="en-US" sz="1500" dirty="0"/>
          </a:p>
        </p:txBody>
      </p:sp>
      <p:sp>
        <p:nvSpPr>
          <p:cNvPr id="35" name="z02_flyup_530"/>
          <p:cNvSpPr txBox="1"/>
          <p:nvPr/>
        </p:nvSpPr>
        <p:spPr>
          <a:xfrm>
            <a:off x="7827264" y="4169664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Bhaskarjyoti Chanda</a:t>
            </a:r>
            <a:endParaRPr lang="en-US" sz="1650" dirty="0"/>
          </a:p>
        </p:txBody>
      </p:sp>
      <p:sp>
        <p:nvSpPr>
          <p:cNvPr id="36" name="z02_flyup_550"/>
          <p:cNvSpPr txBox="1"/>
          <p:nvPr/>
        </p:nvSpPr>
        <p:spPr>
          <a:xfrm>
            <a:off x="7827264" y="4517136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7" name="z02_flyup_570"/>
          <p:cNvSpPr txBox="1"/>
          <p:nvPr/>
        </p:nvSpPr>
        <p:spPr>
          <a:xfrm>
            <a:off x="7827264" y="474573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100" dirty="0"/>
          </a:p>
        </p:txBody>
      </p:sp>
      <p:sp>
        <p:nvSpPr>
          <p:cNvPr id="38" name="z03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Assam down town University (ADTU)</a:t>
            </a:r>
            <a:endParaRPr lang="en-US" sz="1050" dirty="0"/>
          </a:p>
        </p:txBody>
      </p:sp>
      <p:sp>
        <p:nvSpPr>
          <p:cNvPr id="39" name="z03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members</a:t>
            </a:r>
            <a:endParaRPr lang="en-US" sz="10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7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7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700" fill="hold"/>
                                        <p:tgtEl>
                                          <p:spTgt spid="3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700" fill="hold"/>
                                        <p:tgtEl>
                                          <p:spTgt spid="3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4_drop_13"/>
          <p:cNvSpPr/>
          <p:nvPr/>
        </p:nvSpPr>
        <p:spPr>
          <a:xfrm rot="3180000">
            <a:off x="6453503" y="1148883"/>
            <a:ext cx="222122" cy="222122"/>
          </a:xfrm>
          <a:prstGeom prst="diamond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8" name="z04_drop_152"/>
          <p:cNvSpPr/>
          <p:nvPr/>
        </p:nvSpPr>
        <p:spPr>
          <a:xfrm>
            <a:off x="6571995" y="1246848"/>
            <a:ext cx="255605" cy="255605"/>
          </a:xfrm>
          <a:prstGeom prst="diamond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9" name="z04_drop_153"/>
          <p:cNvSpPr/>
          <p:nvPr/>
        </p:nvSpPr>
        <p:spPr>
          <a:xfrm rot="840000">
            <a:off x="2904743" y="845214"/>
            <a:ext cx="187163" cy="187163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0" name="z04_drop_185"/>
          <p:cNvSpPr/>
          <p:nvPr/>
        </p:nvSpPr>
        <p:spPr>
          <a:xfrm rot="9240000">
            <a:off x="7329579" y="1031582"/>
            <a:ext cx="177355" cy="177355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1" name="z04_drop_229"/>
          <p:cNvSpPr/>
          <p:nvPr/>
        </p:nvSpPr>
        <p:spPr>
          <a:xfrm rot="8880000">
            <a:off x="5493815" y="1133318"/>
            <a:ext cx="136366" cy="136366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2" name="z04_drop_341"/>
          <p:cNvSpPr/>
          <p:nvPr/>
        </p:nvSpPr>
        <p:spPr>
          <a:xfrm rot="15840000">
            <a:off x="8111512" y="1001095"/>
            <a:ext cx="194001" cy="194001"/>
          </a:xfrm>
          <a:prstGeom prst="diamond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3" name="z04_drop_429"/>
          <p:cNvSpPr/>
          <p:nvPr/>
        </p:nvSpPr>
        <p:spPr>
          <a:xfrm rot="9600000">
            <a:off x="1660681" y="852224"/>
            <a:ext cx="227963" cy="227963"/>
          </a:xfrm>
          <a:prstGeom prst="star5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4" name="z04_drop_411"/>
          <p:cNvSpPr/>
          <p:nvPr/>
        </p:nvSpPr>
        <p:spPr>
          <a:xfrm rot="2460000">
            <a:off x="7909209" y="942470"/>
            <a:ext cx="113920" cy="113920"/>
          </a:xfrm>
          <a:prstGeom prst="diamond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5" name="z04_drop_511"/>
          <p:cNvSpPr/>
          <p:nvPr/>
        </p:nvSpPr>
        <p:spPr>
          <a:xfrm rot="18000000">
            <a:off x="5392385" y="725627"/>
            <a:ext cx="263899" cy="263899"/>
          </a:xfrm>
          <a:prstGeom prst="triangle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6" name="z04_drop_503"/>
          <p:cNvSpPr/>
          <p:nvPr/>
        </p:nvSpPr>
        <p:spPr>
          <a:xfrm rot="5160000">
            <a:off x="4561991" y="933382"/>
            <a:ext cx="106427" cy="106427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7" name="z04_drop_588"/>
          <p:cNvSpPr/>
          <p:nvPr/>
        </p:nvSpPr>
        <p:spPr>
          <a:xfrm rot="12240000">
            <a:off x="6111855" y="422126"/>
            <a:ext cx="185247" cy="185247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8" name="z04_drop_666"/>
          <p:cNvSpPr/>
          <p:nvPr/>
        </p:nvSpPr>
        <p:spPr>
          <a:xfrm rot="1680000">
            <a:off x="9107648" y="257608"/>
            <a:ext cx="102464" cy="102464"/>
          </a:xfrm>
          <a:prstGeom prst="star5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9" name="z04_drop_692"/>
          <p:cNvSpPr/>
          <p:nvPr/>
        </p:nvSpPr>
        <p:spPr>
          <a:xfrm rot="16320000">
            <a:off x="4727802" y="278782"/>
            <a:ext cx="201814" cy="201814"/>
          </a:xfrm>
          <a:prstGeom prst="triangle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20" name="z04_drop_762"/>
          <p:cNvSpPr/>
          <p:nvPr/>
        </p:nvSpPr>
        <p:spPr>
          <a:xfrm rot="10380000">
            <a:off x="8484459" y="305690"/>
            <a:ext cx="221593" cy="221593"/>
          </a:xfrm>
          <a:prstGeom prst="ellips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21" name="z01_fade_0"/>
          <p:cNvSpPr txBox="1"/>
          <p:nvPr/>
        </p:nvSpPr>
        <p:spPr>
          <a:xfrm>
            <a:off x="1097280" y="224028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TEAM STOOD ABOVE THE REST</a:t>
            </a:r>
            <a:endParaRPr lang="en-US" sz="1500" dirty="0"/>
          </a:p>
        </p:txBody>
      </p:sp>
      <p:sp>
        <p:nvSpPr>
          <p:cNvPr id="22" name="z02_zoom_0"/>
          <p:cNvSpPr txBox="1"/>
          <p:nvPr/>
        </p:nvSpPr>
        <p:spPr>
          <a:xfrm>
            <a:off x="640080" y="26974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WINNER IS…</a:t>
            </a:r>
            <a:endParaRPr lang="en-US" sz="6200" dirty="0"/>
          </a:p>
        </p:txBody>
      </p:sp>
      <p:sp>
        <p:nvSpPr>
          <p:cNvPr id="23" name="z03_pop_0"/>
          <p:cNvSpPr/>
          <p:nvPr/>
        </p:nvSpPr>
        <p:spPr>
          <a:xfrm>
            <a:off x="5602072" y="434340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z03_pop_300"/>
          <p:cNvSpPr/>
          <p:nvPr/>
        </p:nvSpPr>
        <p:spPr>
          <a:xfrm>
            <a:off x="5986120" y="434340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z03_pop_600"/>
          <p:cNvSpPr/>
          <p:nvPr/>
        </p:nvSpPr>
        <p:spPr>
          <a:xfrm>
            <a:off x="6370168" y="434340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420" fill="hold"/>
                                        <p:tgtEl>
                                          <p:spTgt spid="2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420" fill="hold"/>
                                        <p:tgtEl>
                                          <p:spTgt spid="2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420" fill="hold"/>
                                        <p:tgtEl>
                                          <p:spTgt spid="2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1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31" dur="1100" fill="hold"/>
                                        <p:tgtEl>
                                          <p:spTgt spid="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152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36" dur="1100" fill="hold"/>
                                        <p:tgtEl>
                                          <p:spTgt spid="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153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1" dur="1100" fill="hold"/>
                                        <p:tgtEl>
                                          <p:spTgt spid="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2" presetClass="entr" presetSubtype="1" fill="hold" grpId="0" nodeType="withEffect">
                                  <p:stCondLst>
                                    <p:cond delay="1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6" dur="1100" fill="hold"/>
                                        <p:tgtEl>
                                          <p:spTgt spid="1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22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1" dur="1100" fill="hold"/>
                                        <p:tgtEl>
                                          <p:spTgt spid="1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6" dur="1100" fill="hold"/>
                                        <p:tgtEl>
                                          <p:spTgt spid="1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1" fill="hold" grpId="0" nodeType="withEffect">
                                  <p:stCondLst>
                                    <p:cond delay="411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1" dur="1100" fill="hold"/>
                                        <p:tgtEl>
                                          <p:spTgt spid="1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2" presetClass="entr" presetSubtype="1" fill="hold" grpId="0" nodeType="withEffect">
                                  <p:stCondLst>
                                    <p:cond delay="42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6" dur="1100" fill="hold"/>
                                        <p:tgtEl>
                                          <p:spTgt spid="1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" presetClass="entr" presetSubtype="1" fill="hold" grpId="0" nodeType="withEffect">
                                  <p:stCondLst>
                                    <p:cond delay="503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1" dur="1100" fill="hold"/>
                                        <p:tgtEl>
                                          <p:spTgt spid="1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511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6" dur="1100" fill="hold"/>
                                        <p:tgtEl>
                                          <p:spTgt spid="1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2" presetClass="entr" presetSubtype="1" fill="hold" grpId="0" nodeType="withEffect">
                                  <p:stCondLst>
                                    <p:cond delay="58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1" dur="1100" fill="hold"/>
                                        <p:tgtEl>
                                          <p:spTgt spid="1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2" presetClass="entr" presetSubtype="1" fill="hold" grpId="0" nodeType="withEffect">
                                  <p:stCondLst>
                                    <p:cond delay="666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6" dur="1100" fill="hold"/>
                                        <p:tgtEl>
                                          <p:spTgt spid="1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2" presetClass="entr" presetSubtype="1" fill="hold" grpId="0" nodeType="withEffect">
                                  <p:stCondLst>
                                    <p:cond delay="692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1" dur="1100" fill="hold"/>
                                        <p:tgtEl>
                                          <p:spTgt spid="1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2" presetClass="entr" presetSubtype="1" fill="hold" grpId="0" nodeType="withEffect">
                                  <p:stCondLst>
                                    <p:cond delay="762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6" dur="1100" fill="hold"/>
                                        <p:tgtEl>
                                          <p:spTgt spid="2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5_drop_54"/>
          <p:cNvSpPr/>
          <p:nvPr/>
        </p:nvSpPr>
        <p:spPr>
          <a:xfrm rot="7920000">
            <a:off x="1028502" y="4620180"/>
            <a:ext cx="129126" cy="129126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8" name="z05_drop_97"/>
          <p:cNvSpPr/>
          <p:nvPr/>
        </p:nvSpPr>
        <p:spPr>
          <a:xfrm rot="20640000">
            <a:off x="478214" y="3277782"/>
            <a:ext cx="178398" cy="178398"/>
          </a:xfrm>
          <a:prstGeom prst="star5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z05_drop_160"/>
          <p:cNvSpPr/>
          <p:nvPr/>
        </p:nvSpPr>
        <p:spPr>
          <a:xfrm rot="12840000">
            <a:off x="613843" y="3966731"/>
            <a:ext cx="126513" cy="126513"/>
          </a:xfrm>
          <a:prstGeom prst="triangl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0" name="z05_drop_310"/>
          <p:cNvSpPr/>
          <p:nvPr/>
        </p:nvSpPr>
        <p:spPr>
          <a:xfrm rot="300000">
            <a:off x="1136841" y="5095675"/>
            <a:ext cx="113871" cy="113871"/>
          </a:xfrm>
          <a:prstGeom prst="diamond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1" name="z05_drop_296"/>
          <p:cNvSpPr/>
          <p:nvPr/>
        </p:nvSpPr>
        <p:spPr>
          <a:xfrm rot="180000">
            <a:off x="685553" y="3818507"/>
            <a:ext cx="197892" cy="197892"/>
          </a:xfrm>
          <a:prstGeom prst="ellips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2" name="z05_drop_447"/>
          <p:cNvSpPr/>
          <p:nvPr/>
        </p:nvSpPr>
        <p:spPr>
          <a:xfrm rot="9000000">
            <a:off x="527692" y="3524299"/>
            <a:ext cx="115753" cy="115753"/>
          </a:xfrm>
          <a:prstGeom prst="ellips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3" name="z05_drop_489"/>
          <p:cNvSpPr/>
          <p:nvPr/>
        </p:nvSpPr>
        <p:spPr>
          <a:xfrm rot="14880000">
            <a:off x="747615" y="688808"/>
            <a:ext cx="136781" cy="136781"/>
          </a:xfrm>
          <a:prstGeom prst="star5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4" name="z05_drop_494"/>
          <p:cNvSpPr/>
          <p:nvPr/>
        </p:nvSpPr>
        <p:spPr>
          <a:xfrm rot="9420000">
            <a:off x="300006" y="1737705"/>
            <a:ext cx="247842" cy="247842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5" name="z05_drop_570"/>
          <p:cNvSpPr/>
          <p:nvPr/>
        </p:nvSpPr>
        <p:spPr>
          <a:xfrm rot="1320000">
            <a:off x="1067419" y="2445983"/>
            <a:ext cx="112230" cy="112230"/>
          </a:xfrm>
          <a:prstGeom prst="star5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6" name="z05_drop_698"/>
          <p:cNvSpPr/>
          <p:nvPr/>
        </p:nvSpPr>
        <p:spPr>
          <a:xfrm rot="17940000">
            <a:off x="576407" y="4227674"/>
            <a:ext cx="112067" cy="56034"/>
          </a:xfrm>
          <a:prstGeom prst="rect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7" name="z05_drop_773"/>
          <p:cNvSpPr/>
          <p:nvPr/>
        </p:nvSpPr>
        <p:spPr>
          <a:xfrm rot="7980000">
            <a:off x="1069475" y="2710762"/>
            <a:ext cx="202326" cy="202326"/>
          </a:xfrm>
          <a:prstGeom prst="star5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8" name="z05_drop_724"/>
          <p:cNvSpPr/>
          <p:nvPr/>
        </p:nvSpPr>
        <p:spPr>
          <a:xfrm rot="6000000">
            <a:off x="483135" y="3371499"/>
            <a:ext cx="262575" cy="262575"/>
          </a:xfrm>
          <a:prstGeom prst="triangl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9" name="z05_drop_799"/>
          <p:cNvSpPr/>
          <p:nvPr/>
        </p:nvSpPr>
        <p:spPr>
          <a:xfrm rot="1200000">
            <a:off x="712396" y="3284274"/>
            <a:ext cx="113298" cy="113298"/>
          </a:xfrm>
          <a:prstGeom prst="triangl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20" name="z05_drop_921"/>
          <p:cNvSpPr/>
          <p:nvPr/>
        </p:nvSpPr>
        <p:spPr>
          <a:xfrm rot="3000000">
            <a:off x="1063232" y="2607681"/>
            <a:ext cx="178492" cy="17849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1" name="z05_drop_85"/>
          <p:cNvSpPr/>
          <p:nvPr/>
        </p:nvSpPr>
        <p:spPr>
          <a:xfrm rot="18720000">
            <a:off x="11423713" y="528708"/>
            <a:ext cx="179201" cy="179201"/>
          </a:xfrm>
          <a:prstGeom prst="star5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22" name="z05_drop_89"/>
          <p:cNvSpPr/>
          <p:nvPr/>
        </p:nvSpPr>
        <p:spPr>
          <a:xfrm rot="21060000">
            <a:off x="11836652" y="1582628"/>
            <a:ext cx="105659" cy="105659"/>
          </a:xfrm>
          <a:prstGeom prst="star5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23" name="z05_drop_146"/>
          <p:cNvSpPr/>
          <p:nvPr/>
        </p:nvSpPr>
        <p:spPr>
          <a:xfrm rot="15480000">
            <a:off x="11630624" y="1122003"/>
            <a:ext cx="128514" cy="128514"/>
          </a:xfrm>
          <a:prstGeom prst="star5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24" name="z05_drop_293"/>
          <p:cNvSpPr/>
          <p:nvPr/>
        </p:nvSpPr>
        <p:spPr>
          <a:xfrm rot="16140000">
            <a:off x="11627193" y="537059"/>
            <a:ext cx="263665" cy="263665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5" name="z05_drop_390"/>
          <p:cNvSpPr/>
          <p:nvPr/>
        </p:nvSpPr>
        <p:spPr>
          <a:xfrm rot="11040000">
            <a:off x="11665927" y="4161341"/>
            <a:ext cx="257454" cy="257454"/>
          </a:xfrm>
          <a:prstGeom prst="star5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6" name="z05_drop_371"/>
          <p:cNvSpPr/>
          <p:nvPr/>
        </p:nvSpPr>
        <p:spPr>
          <a:xfrm rot="21060000">
            <a:off x="11729424" y="1898184"/>
            <a:ext cx="215070" cy="215070"/>
          </a:xfrm>
          <a:prstGeom prst="star5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27" name="z05_drop_396"/>
          <p:cNvSpPr/>
          <p:nvPr/>
        </p:nvSpPr>
        <p:spPr>
          <a:xfrm rot="8520000">
            <a:off x="11711366" y="4685698"/>
            <a:ext cx="172226" cy="172226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8" name="z05_drop_563"/>
          <p:cNvSpPr/>
          <p:nvPr/>
        </p:nvSpPr>
        <p:spPr>
          <a:xfrm rot="2940000">
            <a:off x="11626346" y="782942"/>
            <a:ext cx="191916" cy="191916"/>
          </a:xfrm>
          <a:prstGeom prst="ellipse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29" name="z05_drop_556"/>
          <p:cNvSpPr/>
          <p:nvPr/>
        </p:nvSpPr>
        <p:spPr>
          <a:xfrm rot="12060000">
            <a:off x="11332693" y="2563507"/>
            <a:ext cx="152072" cy="152072"/>
          </a:xfrm>
          <a:prstGeom prst="diamond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30" name="z05_drop_650"/>
          <p:cNvSpPr/>
          <p:nvPr/>
        </p:nvSpPr>
        <p:spPr>
          <a:xfrm rot="19680000">
            <a:off x="11492225" y="4764171"/>
            <a:ext cx="144132" cy="7206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31" name="z05_drop_716"/>
          <p:cNvSpPr/>
          <p:nvPr/>
        </p:nvSpPr>
        <p:spPr>
          <a:xfrm rot="21300000">
            <a:off x="11788156" y="454486"/>
            <a:ext cx="203960" cy="203960"/>
          </a:xfrm>
          <a:prstGeom prst="diamond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32" name="z05_drop_720"/>
          <p:cNvSpPr/>
          <p:nvPr/>
        </p:nvSpPr>
        <p:spPr>
          <a:xfrm rot="6300000">
            <a:off x="11878209" y="2380676"/>
            <a:ext cx="149069" cy="74534"/>
          </a:xfrm>
          <a:prstGeom prst="rect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33" name="z05_drop_806"/>
          <p:cNvSpPr/>
          <p:nvPr/>
        </p:nvSpPr>
        <p:spPr>
          <a:xfrm rot="7680000">
            <a:off x="11693219" y="3814370"/>
            <a:ext cx="211870" cy="211870"/>
          </a:xfrm>
          <a:prstGeom prst="diamond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34" name="z05_drop_965"/>
          <p:cNvSpPr/>
          <p:nvPr/>
        </p:nvSpPr>
        <p:spPr>
          <a:xfrm rot="12600000">
            <a:off x="11761358" y="4827821"/>
            <a:ext cx="264889" cy="264889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35" name="z05_drop_71"/>
          <p:cNvSpPr/>
          <p:nvPr/>
        </p:nvSpPr>
        <p:spPr>
          <a:xfrm rot="4920000">
            <a:off x="3784484" y="916881"/>
            <a:ext cx="265042" cy="132521"/>
          </a:xfrm>
          <a:prstGeom prst="rect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36" name="z05_drop_76"/>
          <p:cNvSpPr/>
          <p:nvPr/>
        </p:nvSpPr>
        <p:spPr>
          <a:xfrm rot="19380000">
            <a:off x="7129707" y="903855"/>
            <a:ext cx="151425" cy="151425"/>
          </a:xfrm>
          <a:prstGeom prst="ellips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37" name="z05_drop_161"/>
          <p:cNvSpPr/>
          <p:nvPr/>
        </p:nvSpPr>
        <p:spPr>
          <a:xfrm rot="5940000">
            <a:off x="2439407" y="242606"/>
            <a:ext cx="221230" cy="221230"/>
          </a:xfrm>
          <a:prstGeom prst="diamond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38" name="z05_drop_225"/>
          <p:cNvSpPr/>
          <p:nvPr/>
        </p:nvSpPr>
        <p:spPr>
          <a:xfrm rot="19320000">
            <a:off x="7900222" y="655439"/>
            <a:ext cx="161534" cy="161534"/>
          </a:xfrm>
          <a:prstGeom prst="star5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39" name="z05_drop_289"/>
          <p:cNvSpPr/>
          <p:nvPr/>
        </p:nvSpPr>
        <p:spPr>
          <a:xfrm rot="19380000">
            <a:off x="8202506" y="494643"/>
            <a:ext cx="101965" cy="50982"/>
          </a:xfrm>
          <a:prstGeom prst="rect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40" name="z05_drop_287"/>
          <p:cNvSpPr/>
          <p:nvPr/>
        </p:nvSpPr>
        <p:spPr>
          <a:xfrm rot="840000">
            <a:off x="5257016" y="702321"/>
            <a:ext cx="204943" cy="10247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41" name="z05_drop_373"/>
          <p:cNvSpPr/>
          <p:nvPr/>
        </p:nvSpPr>
        <p:spPr>
          <a:xfrm rot="8640000">
            <a:off x="9190319" y="400961"/>
            <a:ext cx="215967" cy="215967"/>
          </a:xfrm>
          <a:prstGeom prst="ellipse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42" name="z05_drop_407"/>
          <p:cNvSpPr/>
          <p:nvPr/>
        </p:nvSpPr>
        <p:spPr>
          <a:xfrm rot="9180000">
            <a:off x="4983307" y="555997"/>
            <a:ext cx="217727" cy="217727"/>
          </a:xfrm>
          <a:prstGeom prst="ellips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43" name="z05_drop_514"/>
          <p:cNvSpPr/>
          <p:nvPr/>
        </p:nvSpPr>
        <p:spPr>
          <a:xfrm rot="1140000">
            <a:off x="6877311" y="759409"/>
            <a:ext cx="199581" cy="199581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44" name="z05_drop_605"/>
          <p:cNvSpPr/>
          <p:nvPr/>
        </p:nvSpPr>
        <p:spPr>
          <a:xfrm rot="9360000">
            <a:off x="4420299" y="322434"/>
            <a:ext cx="210761" cy="210761"/>
          </a:xfrm>
          <a:prstGeom prst="diamond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45" name="z05_drop_659"/>
          <p:cNvSpPr/>
          <p:nvPr/>
        </p:nvSpPr>
        <p:spPr>
          <a:xfrm rot="15720000">
            <a:off x="4105947" y="242219"/>
            <a:ext cx="185874" cy="185874"/>
          </a:xfrm>
          <a:prstGeom prst="star5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46" name="z05_drop_664"/>
          <p:cNvSpPr/>
          <p:nvPr/>
        </p:nvSpPr>
        <p:spPr>
          <a:xfrm rot="19560000">
            <a:off x="4182094" y="201482"/>
            <a:ext cx="156697" cy="156697"/>
          </a:xfrm>
          <a:prstGeom prst="star5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47" name="z02_spin_0"/>
          <p:cNvSpPr/>
          <p:nvPr/>
        </p:nvSpPr>
        <p:spPr>
          <a:xfrm>
            <a:off x="688543" y="904342"/>
            <a:ext cx="4383634" cy="4383634"/>
          </a:xfrm>
          <a:prstGeom prst="star8">
            <a:avLst/>
          </a:prstGeom>
          <a:solidFill>
            <a:srgbClr val="FFC857">
              <a:alpha val="22000"/>
            </a:srgbClr>
          </a:solidFill>
          <a:ln/>
        </p:spPr>
      </p:sp>
      <p:sp>
        <p:nvSpPr>
          <p:cNvPr id="48" name="z02_zoom_60"/>
          <p:cNvSpPr/>
          <p:nvPr/>
        </p:nvSpPr>
        <p:spPr>
          <a:xfrm>
            <a:off x="1434694" y="1463954"/>
            <a:ext cx="2891333" cy="2891333"/>
          </a:xfrm>
          <a:prstGeom prst="ellipse">
            <a:avLst/>
          </a:prstGeom>
          <a:solidFill>
            <a:srgbClr val="F97316">
              <a:alpha val="32000"/>
            </a:srgbClr>
          </a:solidFill>
          <a:ln/>
        </p:spPr>
      </p:sp>
      <p:sp>
        <p:nvSpPr>
          <p:cNvPr id="49" name="z02_flyleft_180"/>
          <p:cNvSpPr/>
          <p:nvPr/>
        </p:nvSpPr>
        <p:spPr>
          <a:xfrm>
            <a:off x="1798442" y="1734434"/>
            <a:ext cx="578267" cy="746150"/>
          </a:xfrm>
          <a:prstGeom prst="donut">
            <a:avLst/>
          </a:prstGeom>
          <a:solidFill>
            <a:srgbClr val="E0A93C"/>
          </a:solidFill>
          <a:ln/>
        </p:spPr>
      </p:sp>
      <p:sp>
        <p:nvSpPr>
          <p:cNvPr id="50" name="z02_flyright_180"/>
          <p:cNvSpPr/>
          <p:nvPr/>
        </p:nvSpPr>
        <p:spPr>
          <a:xfrm>
            <a:off x="3384012" y="1734434"/>
            <a:ext cx="578267" cy="746150"/>
          </a:xfrm>
          <a:prstGeom prst="donut">
            <a:avLst/>
          </a:prstGeom>
          <a:solidFill>
            <a:srgbClr val="E0A93C"/>
          </a:solidFill>
          <a:ln/>
        </p:spPr>
      </p:sp>
      <p:sp>
        <p:nvSpPr>
          <p:cNvPr id="51" name="z02_zoom_120"/>
          <p:cNvSpPr/>
          <p:nvPr/>
        </p:nvSpPr>
        <p:spPr>
          <a:xfrm flipV="1">
            <a:off x="2134210" y="1697126"/>
            <a:ext cx="1492301" cy="1119226"/>
          </a:xfrm>
          <a:prstGeom prst="trapezoid">
            <a:avLst/>
          </a:prstGeom>
          <a:solidFill>
            <a:srgbClr val="FFC857"/>
          </a:solidFill>
          <a:ln/>
        </p:spPr>
      </p:sp>
      <p:sp>
        <p:nvSpPr>
          <p:cNvPr id="52" name="z02_zoom_140"/>
          <p:cNvSpPr/>
          <p:nvPr/>
        </p:nvSpPr>
        <p:spPr>
          <a:xfrm>
            <a:off x="1994306" y="1603858"/>
            <a:ext cx="1772107" cy="223845"/>
          </a:xfrm>
          <a:prstGeom prst="roundRect">
            <a:avLst>
              <a:gd name="adj" fmla="val 40850"/>
            </a:avLst>
          </a:prstGeom>
          <a:solidFill>
            <a:srgbClr val="FFE3A3"/>
          </a:solidFill>
          <a:ln/>
        </p:spPr>
      </p:sp>
      <p:sp>
        <p:nvSpPr>
          <p:cNvPr id="53" name="z02_spin_320"/>
          <p:cNvSpPr/>
          <p:nvPr/>
        </p:nvSpPr>
        <p:spPr>
          <a:xfrm>
            <a:off x="2619207" y="1976933"/>
            <a:ext cx="522305" cy="522305"/>
          </a:xfrm>
          <a:prstGeom prst="star5">
            <a:avLst/>
          </a:prstGeom>
          <a:solidFill>
            <a:srgbClr val="8A5A00"/>
          </a:solidFill>
          <a:ln/>
        </p:spPr>
      </p:sp>
      <p:sp>
        <p:nvSpPr>
          <p:cNvPr id="54" name="z02_wipeup_200"/>
          <p:cNvSpPr/>
          <p:nvPr/>
        </p:nvSpPr>
        <p:spPr>
          <a:xfrm>
            <a:off x="2721803" y="2797698"/>
            <a:ext cx="317114" cy="373075"/>
          </a:xfrm>
          <a:prstGeom prst="rect">
            <a:avLst/>
          </a:prstGeom>
          <a:solidFill>
            <a:srgbClr val="E0A93C"/>
          </a:solidFill>
          <a:ln/>
        </p:spPr>
      </p:sp>
      <p:sp>
        <p:nvSpPr>
          <p:cNvPr id="55" name="z02_wipeup_240"/>
          <p:cNvSpPr/>
          <p:nvPr/>
        </p:nvSpPr>
        <p:spPr>
          <a:xfrm>
            <a:off x="2414016" y="3152120"/>
            <a:ext cx="932688" cy="261153"/>
          </a:xfrm>
          <a:prstGeom prst="trapezoid">
            <a:avLst/>
          </a:prstGeom>
          <a:solidFill>
            <a:srgbClr val="FFC857"/>
          </a:solidFill>
          <a:ln/>
        </p:spPr>
      </p:sp>
      <p:sp>
        <p:nvSpPr>
          <p:cNvPr id="56" name="z02_wipeup_280"/>
          <p:cNvSpPr/>
          <p:nvPr/>
        </p:nvSpPr>
        <p:spPr>
          <a:xfrm>
            <a:off x="2152863" y="3394619"/>
            <a:ext cx="1454993" cy="223845"/>
          </a:xfrm>
          <a:prstGeom prst="roundRect">
            <a:avLst>
              <a:gd name="adj" fmla="val 32680"/>
            </a:avLst>
          </a:prstGeom>
          <a:solidFill>
            <a:srgbClr val="E0A93C"/>
          </a:solidFill>
          <a:ln/>
        </p:spPr>
      </p:sp>
      <p:sp>
        <p:nvSpPr>
          <p:cNvPr id="57" name="z03_fade_0"/>
          <p:cNvSpPr txBox="1"/>
          <p:nvPr/>
        </p:nvSpPr>
        <p:spPr>
          <a:xfrm>
            <a:off x="5623560" y="1783080"/>
            <a:ext cx="5470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5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CHAMPIONS  ·  HACKATHON 2026</a:t>
            </a:r>
            <a:endParaRPr lang="en-US" sz="1350" dirty="0"/>
          </a:p>
        </p:txBody>
      </p:sp>
      <p:sp>
        <p:nvSpPr>
          <p:cNvPr id="58" name="z03_wiperight_150"/>
          <p:cNvSpPr txBox="1"/>
          <p:nvPr/>
        </p:nvSpPr>
        <p:spPr>
          <a:xfrm>
            <a:off x="5623560" y="2084832"/>
            <a:ext cx="5470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900" kern="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</a:t>
            </a:r>
            <a:endParaRPr lang="en-US" sz="2600" dirty="0"/>
          </a:p>
        </p:txBody>
      </p:sp>
      <p:sp>
        <p:nvSpPr>
          <p:cNvPr id="59" name="z04c_zoomout_0"/>
          <p:cNvSpPr txBox="1"/>
          <p:nvPr/>
        </p:nvSpPr>
        <p:spPr>
          <a:xfrm>
            <a:off x="5623560" y="2724912"/>
            <a:ext cx="5470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Buri Buri Zaemon</a:t>
            </a:r>
            <a:endParaRPr lang="en-US" sz="5000" dirty="0"/>
          </a:p>
        </p:txBody>
      </p:sp>
      <p:sp>
        <p:nvSpPr>
          <p:cNvPr id="60" name="z04_wiperight_260"/>
          <p:cNvSpPr/>
          <p:nvPr/>
        </p:nvSpPr>
        <p:spPr>
          <a:xfrm>
            <a:off x="5650992" y="3986784"/>
            <a:ext cx="21945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1" name="z06_fade_120"/>
          <p:cNvSpPr txBox="1"/>
          <p:nvPr/>
        </p:nvSpPr>
        <p:spPr>
          <a:xfrm>
            <a:off x="5623560" y="4206240"/>
            <a:ext cx="5470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450" dirty="0"/>
          </a:p>
        </p:txBody>
      </p:sp>
      <p:sp>
        <p:nvSpPr>
          <p:cNvPr id="62" name="z06_fade_200"/>
          <p:cNvSpPr txBox="1"/>
          <p:nvPr/>
        </p:nvSpPr>
        <p:spPr>
          <a:xfrm>
            <a:off x="5623560" y="4590288"/>
            <a:ext cx="5470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Arjun Bora  ·  Arunabh Bhattacharyya  ·  Moharnab Gogoi  ·  Bichitra Bikram Hazarika</a:t>
            </a:r>
            <a:endParaRPr lang="en-US" sz="1250" dirty="0"/>
          </a:p>
        </p:txBody>
      </p:sp>
      <p:sp>
        <p:nvSpPr>
          <p:cNvPr id="63" name="z06_pop_320"/>
          <p:cNvSpPr/>
          <p:nvPr/>
        </p:nvSpPr>
        <p:spPr>
          <a:xfrm>
            <a:off x="5623560" y="5541264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64" name="z06_pop_320"/>
          <p:cNvSpPr txBox="1"/>
          <p:nvPr/>
        </p:nvSpPr>
        <p:spPr>
          <a:xfrm>
            <a:off x="5623560" y="55412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1A120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PLACE</a:t>
            </a:r>
            <a:endParaRPr lang="en-US" sz="1500" dirty="0"/>
          </a:p>
        </p:txBody>
      </p:sp>
      <p:sp>
        <p:nvSpPr>
          <p:cNvPr id="65" name="z06_fade_400"/>
          <p:cNvSpPr txBox="1"/>
          <p:nvPr/>
        </p:nvSpPr>
        <p:spPr>
          <a:xfrm>
            <a:off x="822960" y="4224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20" kern="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teams  ·  48 hours  ·  1 champion</a:t>
            </a:r>
            <a:endParaRPr lang="en-US" sz="1300" dirty="0"/>
          </a:p>
        </p:txBody>
      </p:sp>
      <p:sp>
        <p:nvSpPr>
          <p:cNvPr id="66" name="z06_fade_460"/>
          <p:cNvSpPr txBox="1"/>
          <p:nvPr/>
        </p:nvSpPr>
        <p:spPr>
          <a:xfrm>
            <a:off x="822960" y="45902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Guwahati, Assam  ·  29–30 August 2026</a:t>
            </a:r>
            <a:endParaRPr lang="en-US" sz="1150" dirty="0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" dur="950" fill="hold"/>
                                        <p:tgtEl>
                                          <p:spTgt spid="4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Rot by="21600000">
                                      <p:cBhvr>
                                        <p:cTn id="6" dur="950" fill="hold"/>
                                        <p:tgtEl>
                                          <p:spTgt spid="4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00" fill="hold"/>
                                        <p:tgtEl>
                                          <p:spTgt spid="4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700" fill="hold"/>
                                        <p:tgtEl>
                                          <p:spTgt spid="5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00" fill="hold"/>
                                        <p:tgtEl>
                                          <p:spTgt spid="5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6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950" fill="hold"/>
                                        <p:tgtEl>
                                          <p:spTgt spid="5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Rot by="21600000">
                                      <p:cBhvr>
                                        <p:cTn id="40" dur="950" fill="hold"/>
                                        <p:tgtEl>
                                          <p:spTgt spid="5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900" fill="hold"/>
                                        <p:tgtEl>
                                          <p:spTgt spid="59"/>
                                        </p:tgtEl>
                                      </p:cBhvr>
                                      <p:from x="280000" y="28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afterEffect">
                                  <p:stCondLst>
                                    <p:cond delay="54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4" dur="1100" fill="hold"/>
                                        <p:tgtEl>
                                          <p:spTgt spid="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2" presetClass="entr" presetSubtype="1" fill="hold" grpId="0" nodeType="withEffect">
                                  <p:stCondLst>
                                    <p:cond delay="71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1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9" dur="1100" fill="hold"/>
                                        <p:tgtEl>
                                          <p:spTgt spid="3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2" presetClass="entr" presetSubtype="1" fill="hold" grpId="0" nodeType="withEffect">
                                  <p:stCondLst>
                                    <p:cond delay="76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1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4" dur="1100" fill="hold"/>
                                        <p:tgtEl>
                                          <p:spTgt spid="3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" presetID="2" presetClass="entr" presetSubtype="1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9" dur="1100" fill="hold"/>
                                        <p:tgtEl>
                                          <p:spTgt spid="2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89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4" dur="1100" fill="hold"/>
                                        <p:tgtEl>
                                          <p:spTgt spid="2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" presetID="2" presetClass="entr" presetSubtype="1" fill="hold" grpId="0" nodeType="withEffect">
                                  <p:stCondLst>
                                    <p:cond delay="97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9" dur="1100" fill="hold"/>
                                        <p:tgtEl>
                                          <p:spTgt spid="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2" presetClass="entr" presetSubtype="1" fill="hold" grpId="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4" dur="1100" fill="hold"/>
                                        <p:tgtEl>
                                          <p:spTgt spid="2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2" presetClass="entr" presetSubtype="1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9" dur="1100" fill="hold"/>
                                        <p:tgtEl>
                                          <p:spTgt spid="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2" presetClass="entr" presetSubtype="1" fill="hold" grpId="0" nodeType="withEffect">
                                  <p:stCondLst>
                                    <p:cond delay="161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1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4" dur="1100" fill="hold"/>
                                        <p:tgtEl>
                                          <p:spTgt spid="3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2" presetClass="entr" presetSubtype="1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1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9" dur="1100" fill="hold"/>
                                        <p:tgtEl>
                                          <p:spTgt spid="3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2" presetClass="entr" presetSubtype="1" fill="hold" grpId="0" nodeType="withEffect">
                                  <p:stCondLst>
                                    <p:cond delay="28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1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4" dur="1100" fill="hold"/>
                                        <p:tgtEl>
                                          <p:spTgt spid="4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2" presetClass="entr" presetSubtype="1" fill="hold" grpId="0" nodeType="withEffect">
                                  <p:stCondLst>
                                    <p:cond delay="289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1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9" dur="1100" fill="hold"/>
                                        <p:tgtEl>
                                          <p:spTgt spid="3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2" presetClass="entr" presetSubtype="1" fill="hold" grpId="0" nodeType="withEffect">
                                  <p:stCondLst>
                                    <p:cond delay="293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4" dur="1100" fill="hold"/>
                                        <p:tgtEl>
                                          <p:spTgt spid="2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2" presetClass="entr" presetSubtype="1" fill="hold" grpId="0" nodeType="withEffect">
                                  <p:stCondLst>
                                    <p:cond delay="296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9" dur="1100" fill="hold"/>
                                        <p:tgtEl>
                                          <p:spTgt spid="1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" presetID="2" presetClass="entr" presetSubtype="1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1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4" dur="1100" fill="hold"/>
                                        <p:tgtEl>
                                          <p:spTgt spid="1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2" presetClass="entr" presetSubtype="1" fill="hold" grpId="0" nodeType="withEffect">
                                  <p:stCondLst>
                                    <p:cond delay="37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1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9" dur="1100" fill="hold"/>
                                        <p:tgtEl>
                                          <p:spTgt spid="2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2" presetClass="entr" presetSubtype="1" fill="hold" grpId="0" nodeType="withEffect">
                                  <p:stCondLst>
                                    <p:cond delay="373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1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44" dur="1100" fill="hold"/>
                                        <p:tgtEl>
                                          <p:spTgt spid="4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" presetID="2" presetClass="entr" presetSubtype="1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49" dur="1100" fill="hold"/>
                                        <p:tgtEl>
                                          <p:spTgt spid="2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2" presetClass="entr" presetSubtype="1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1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54" dur="1100" fill="hold"/>
                                        <p:tgtEl>
                                          <p:spTgt spid="2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" presetID="2" presetClass="entr" presetSubtype="1" fill="hold" grpId="0" nodeType="withEffect">
                                  <p:stCondLst>
                                    <p:cond delay="407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1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59" dur="1100" fill="hold"/>
                                        <p:tgtEl>
                                          <p:spTgt spid="4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2" presetClass="entr" presetSubtype="1" fill="hold" grpId="0" nodeType="withEffect">
                                  <p:stCondLst>
                                    <p:cond delay="447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64" dur="1100" fill="hold"/>
                                        <p:tgtEl>
                                          <p:spTgt spid="1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" presetID="2" presetClass="entr" presetSubtype="1" fill="hold" grpId="0" nodeType="withEffect">
                                  <p:stCondLst>
                                    <p:cond delay="489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69" dur="1100" fill="hold"/>
                                        <p:tgtEl>
                                          <p:spTgt spid="1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" presetClass="entr" presetSubtype="1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74" dur="1100" fill="hold"/>
                                        <p:tgtEl>
                                          <p:spTgt spid="1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" presetID="2" presetClass="entr" presetSubtype="1" fill="hold" grpId="0" nodeType="withEffect">
                                  <p:stCondLst>
                                    <p:cond delay="514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1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79" dur="1100" fill="hold"/>
                                        <p:tgtEl>
                                          <p:spTgt spid="4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2" presetClass="entr" presetSubtype="1" fill="hold" grpId="0" nodeType="withEffect">
                                  <p:stCondLst>
                                    <p:cond delay="556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1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84" dur="1100" fill="hold"/>
                                        <p:tgtEl>
                                          <p:spTgt spid="2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" presetID="2" presetClass="entr" presetSubtype="1" fill="hold" grpId="0" nodeType="withEffect">
                                  <p:stCondLst>
                                    <p:cond delay="563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1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89" dur="1100" fill="hold"/>
                                        <p:tgtEl>
                                          <p:spTgt spid="2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" presetClass="entr" presetSubtype="1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94" dur="1100" fill="hold"/>
                                        <p:tgtEl>
                                          <p:spTgt spid="1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" presetID="2" presetClass="entr" presetSubtype="1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99" dur="1100" fill="hold"/>
                                        <p:tgtEl>
                                          <p:spTgt spid="4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1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04" dur="1100" fill="hold"/>
                                        <p:tgtEl>
                                          <p:spTgt spid="3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" presetID="2" presetClass="entr" presetSubtype="1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1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09" dur="1100" fill="hold"/>
                                        <p:tgtEl>
                                          <p:spTgt spid="4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2" presetClass="entr" presetSubtype="1" fill="hold" grpId="0" nodeType="withEffect">
                                  <p:stCondLst>
                                    <p:cond delay="664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1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14" dur="1100" fill="hold"/>
                                        <p:tgtEl>
                                          <p:spTgt spid="4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0" presetID="2" presetClass="entr" presetSubtype="1" fill="hold" grpId="0" nodeType="withEffect">
                                  <p:stCondLst>
                                    <p:cond delay="698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19" dur="1100" fill="hold"/>
                                        <p:tgtEl>
                                          <p:spTgt spid="1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2" presetClass="entr" presetSubtype="1" fill="hold" grpId="0" nodeType="withEffect">
                                  <p:stCondLst>
                                    <p:cond delay="716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1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24" dur="1100" fill="hold"/>
                                        <p:tgtEl>
                                          <p:spTgt spid="3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" presetID="2" presetClass="entr" presetSubtype="1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1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29" dur="1100" fill="hold"/>
                                        <p:tgtEl>
                                          <p:spTgt spid="3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2" presetClass="entr" presetSubtype="1" fill="hold" grpId="0" nodeType="withEffect">
                                  <p:stCondLst>
                                    <p:cond delay="724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34" dur="1100" fill="hold"/>
                                        <p:tgtEl>
                                          <p:spTgt spid="1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" presetID="2" presetClass="entr" presetSubtype="1" fill="hold" grpId="0" nodeType="withEffect">
                                  <p:stCondLst>
                                    <p:cond delay="773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8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39" dur="1100" fill="hold"/>
                                        <p:tgtEl>
                                          <p:spTgt spid="1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2" presetClass="entr" presetSubtype="1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3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44" dur="1100" fill="hold"/>
                                        <p:tgtEl>
                                          <p:spTgt spid="1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" presetID="2" presetClass="entr" presetSubtype="1" fill="hold" grpId="0" nodeType="withEffect">
                                  <p:stCondLst>
                                    <p:cond delay="806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1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49" dur="1100" fill="hold"/>
                                        <p:tgtEl>
                                          <p:spTgt spid="3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2" presetClass="entr" presetSubtype="1" fill="hold" grpId="0" nodeType="withEffect">
                                  <p:stCondLst>
                                    <p:cond delay="921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3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54" dur="1100" fill="hold"/>
                                        <p:tgtEl>
                                          <p:spTgt spid="2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" presetID="2" presetClass="entr" presetSubtype="1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8" dur="1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259" dur="1100" fill="hold"/>
                                        <p:tgtEl>
                                          <p:spTgt spid="3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1" dur="420" fill="hold"/>
                                        <p:tgtEl>
                                          <p:spTgt spid="6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6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5" dur="420" fill="hold"/>
                                        <p:tgtEl>
                                          <p:spTgt spid="6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1_flyleft_0"/>
          <p:cNvSpPr txBox="1"/>
          <p:nvPr/>
        </p:nvSpPr>
        <p:spPr>
          <a:xfrm>
            <a:off x="685800" y="457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5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THE CHAMPIONS</a:t>
            </a:r>
            <a:endParaRPr lang="en-US" sz="1300" dirty="0"/>
          </a:p>
        </p:txBody>
      </p:sp>
      <p:sp>
        <p:nvSpPr>
          <p:cNvPr id="8" name="z01_floatup_120"/>
          <p:cNvSpPr txBox="1"/>
          <p:nvPr/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Buri Buri Zaemon</a:t>
            </a:r>
            <a:endParaRPr lang="en-US" sz="3600" dirty="0"/>
          </a:p>
        </p:txBody>
      </p:sp>
      <p:sp>
        <p:nvSpPr>
          <p:cNvPr id="9" name="z01_wiperight_260"/>
          <p:cNvSpPr/>
          <p:nvPr/>
        </p:nvSpPr>
        <p:spPr>
          <a:xfrm>
            <a:off x="713232" y="1554480"/>
            <a:ext cx="1737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z02_flyup_0"/>
          <p:cNvSpPr/>
          <p:nvPr/>
        </p:nvSpPr>
        <p:spPr>
          <a:xfrm>
            <a:off x="658368" y="2331720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1" name="z02_flyup_30"/>
          <p:cNvSpPr/>
          <p:nvPr/>
        </p:nvSpPr>
        <p:spPr>
          <a:xfrm>
            <a:off x="658368" y="2478024"/>
            <a:ext cx="68580" cy="112471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2" name="z02_zoom_60"/>
          <p:cNvSpPr/>
          <p:nvPr/>
        </p:nvSpPr>
        <p:spPr>
          <a:xfrm>
            <a:off x="932688" y="2532888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13" name="z02_zoom_60"/>
          <p:cNvSpPr txBox="1"/>
          <p:nvPr/>
        </p:nvSpPr>
        <p:spPr>
          <a:xfrm>
            <a:off x="932688" y="2532888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500" dirty="0"/>
          </a:p>
        </p:txBody>
      </p:sp>
      <p:sp>
        <p:nvSpPr>
          <p:cNvPr id="14" name="z02_flyup_80"/>
          <p:cNvSpPr txBox="1"/>
          <p:nvPr/>
        </p:nvSpPr>
        <p:spPr>
          <a:xfrm>
            <a:off x="2185416" y="255117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Arjun Bora</a:t>
            </a:r>
            <a:endParaRPr lang="en-US" sz="1650" dirty="0"/>
          </a:p>
        </p:txBody>
      </p:sp>
      <p:sp>
        <p:nvSpPr>
          <p:cNvPr id="15" name="z02_flyup_100"/>
          <p:cNvSpPr txBox="1"/>
          <p:nvPr/>
        </p:nvSpPr>
        <p:spPr>
          <a:xfrm>
            <a:off x="2185416" y="2898648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6" name="z02_flyup_120"/>
          <p:cNvSpPr txBox="1"/>
          <p:nvPr/>
        </p:nvSpPr>
        <p:spPr>
          <a:xfrm>
            <a:off x="2185416" y="312724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100" dirty="0"/>
          </a:p>
        </p:txBody>
      </p:sp>
      <p:sp>
        <p:nvSpPr>
          <p:cNvPr id="17" name="z02_flyup_150"/>
          <p:cNvSpPr/>
          <p:nvPr/>
        </p:nvSpPr>
        <p:spPr>
          <a:xfrm>
            <a:off x="6300216" y="2331720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8" name="z02_flyup_180"/>
          <p:cNvSpPr/>
          <p:nvPr/>
        </p:nvSpPr>
        <p:spPr>
          <a:xfrm>
            <a:off x="6300216" y="2478024"/>
            <a:ext cx="68580" cy="112471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9" name="z02_zoom_210"/>
          <p:cNvSpPr/>
          <p:nvPr/>
        </p:nvSpPr>
        <p:spPr>
          <a:xfrm>
            <a:off x="6574536" y="2532888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20" name="z02_zoom_210"/>
          <p:cNvSpPr txBox="1"/>
          <p:nvPr/>
        </p:nvSpPr>
        <p:spPr>
          <a:xfrm>
            <a:off x="6574536" y="2532888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500" dirty="0"/>
          </a:p>
        </p:txBody>
      </p:sp>
      <p:sp>
        <p:nvSpPr>
          <p:cNvPr id="21" name="z02_flyup_230"/>
          <p:cNvSpPr txBox="1"/>
          <p:nvPr/>
        </p:nvSpPr>
        <p:spPr>
          <a:xfrm>
            <a:off x="7827264" y="255117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Arunabh Bhattacharyya</a:t>
            </a:r>
            <a:endParaRPr lang="en-US" sz="1650" dirty="0"/>
          </a:p>
        </p:txBody>
      </p:sp>
      <p:sp>
        <p:nvSpPr>
          <p:cNvPr id="22" name="z02_flyup_250"/>
          <p:cNvSpPr txBox="1"/>
          <p:nvPr/>
        </p:nvSpPr>
        <p:spPr>
          <a:xfrm>
            <a:off x="7827264" y="2898648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3" name="z02_flyup_270"/>
          <p:cNvSpPr txBox="1"/>
          <p:nvPr/>
        </p:nvSpPr>
        <p:spPr>
          <a:xfrm>
            <a:off x="7827264" y="312724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100" dirty="0"/>
          </a:p>
        </p:txBody>
      </p:sp>
      <p:sp>
        <p:nvSpPr>
          <p:cNvPr id="24" name="z02_flyup_300"/>
          <p:cNvSpPr/>
          <p:nvPr/>
        </p:nvSpPr>
        <p:spPr>
          <a:xfrm>
            <a:off x="658368" y="3950208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25" name="z02_flyup_330"/>
          <p:cNvSpPr/>
          <p:nvPr/>
        </p:nvSpPr>
        <p:spPr>
          <a:xfrm>
            <a:off x="658368" y="4096512"/>
            <a:ext cx="68580" cy="112471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6" name="z02_zoom_360"/>
          <p:cNvSpPr/>
          <p:nvPr/>
        </p:nvSpPr>
        <p:spPr>
          <a:xfrm>
            <a:off x="932688" y="4151376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27" name="z02_zoom_360"/>
          <p:cNvSpPr txBox="1"/>
          <p:nvPr/>
        </p:nvSpPr>
        <p:spPr>
          <a:xfrm>
            <a:off x="932688" y="4151376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MG</a:t>
            </a:r>
            <a:endParaRPr lang="en-US" sz="1500" dirty="0"/>
          </a:p>
        </p:txBody>
      </p:sp>
      <p:sp>
        <p:nvSpPr>
          <p:cNvPr id="28" name="z02_flyup_380"/>
          <p:cNvSpPr txBox="1"/>
          <p:nvPr/>
        </p:nvSpPr>
        <p:spPr>
          <a:xfrm>
            <a:off x="2185416" y="4169664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Moharnab Gogoi</a:t>
            </a:r>
            <a:endParaRPr lang="en-US" sz="1650" dirty="0"/>
          </a:p>
        </p:txBody>
      </p:sp>
      <p:sp>
        <p:nvSpPr>
          <p:cNvPr id="29" name="z02_flyup_400"/>
          <p:cNvSpPr txBox="1"/>
          <p:nvPr/>
        </p:nvSpPr>
        <p:spPr>
          <a:xfrm>
            <a:off x="2185416" y="4517136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0" name="z02_flyup_420"/>
          <p:cNvSpPr txBox="1"/>
          <p:nvPr/>
        </p:nvSpPr>
        <p:spPr>
          <a:xfrm>
            <a:off x="2185416" y="474573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100" dirty="0"/>
          </a:p>
        </p:txBody>
      </p:sp>
      <p:sp>
        <p:nvSpPr>
          <p:cNvPr id="31" name="z02_flyup_450"/>
          <p:cNvSpPr/>
          <p:nvPr/>
        </p:nvSpPr>
        <p:spPr>
          <a:xfrm>
            <a:off x="6300216" y="3950208"/>
            <a:ext cx="5230368" cy="1417320"/>
          </a:xfrm>
          <a:prstGeom prst="roundRect">
            <a:avLst>
              <a:gd name="adj" fmla="val 7742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2" name="z02_flyup_480"/>
          <p:cNvSpPr/>
          <p:nvPr/>
        </p:nvSpPr>
        <p:spPr>
          <a:xfrm>
            <a:off x="6300216" y="4096512"/>
            <a:ext cx="68580" cy="112471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3" name="z02_zoom_510"/>
          <p:cNvSpPr/>
          <p:nvPr/>
        </p:nvSpPr>
        <p:spPr>
          <a:xfrm>
            <a:off x="6574536" y="4151376"/>
            <a:ext cx="1014984" cy="1014984"/>
          </a:xfrm>
          <a:prstGeom prst="ellipse">
            <a:avLst/>
          </a:prstGeom>
          <a:solidFill>
            <a:srgbClr val="1E2A5A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34" name="z02_zoom_510"/>
          <p:cNvSpPr txBox="1"/>
          <p:nvPr/>
        </p:nvSpPr>
        <p:spPr>
          <a:xfrm>
            <a:off x="6574536" y="4151376"/>
            <a:ext cx="1014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</a:t>
            </a:r>
            <a:endParaRPr lang="en-US" sz="1500" dirty="0"/>
          </a:p>
        </p:txBody>
      </p:sp>
      <p:sp>
        <p:nvSpPr>
          <p:cNvPr id="35" name="z02_flyup_530"/>
          <p:cNvSpPr txBox="1"/>
          <p:nvPr/>
        </p:nvSpPr>
        <p:spPr>
          <a:xfrm>
            <a:off x="7827264" y="4169664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Bichitra Bikram Hazarika</a:t>
            </a:r>
            <a:endParaRPr lang="en-US" sz="1650" dirty="0"/>
          </a:p>
        </p:txBody>
      </p:sp>
      <p:sp>
        <p:nvSpPr>
          <p:cNvPr id="36" name="z02_flyup_550"/>
          <p:cNvSpPr txBox="1"/>
          <p:nvPr/>
        </p:nvSpPr>
        <p:spPr>
          <a:xfrm>
            <a:off x="7827264" y="4517136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7" name="z02_flyup_570"/>
          <p:cNvSpPr txBox="1"/>
          <p:nvPr/>
        </p:nvSpPr>
        <p:spPr>
          <a:xfrm>
            <a:off x="7827264" y="474573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100" dirty="0"/>
          </a:p>
        </p:txBody>
      </p:sp>
      <p:sp>
        <p:nvSpPr>
          <p:cNvPr id="38" name="z03_fadefast_0"/>
          <p:cNvSpPr txBox="1"/>
          <p:nvPr/>
        </p:nvSpPr>
        <p:spPr>
          <a:xfrm>
            <a:off x="685800" y="6199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Dibrugarh University</a:t>
            </a:r>
            <a:endParaRPr lang="en-US" sz="1050" dirty="0"/>
          </a:p>
        </p:txBody>
      </p:sp>
      <p:sp>
        <p:nvSpPr>
          <p:cNvPr id="39" name="z03_fadefast_0"/>
          <p:cNvSpPr txBox="1"/>
          <p:nvPr/>
        </p:nvSpPr>
        <p:spPr>
          <a:xfrm>
            <a:off x="7573975" y="6199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members</a:t>
            </a:r>
            <a:endParaRPr lang="en-US" sz="10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7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7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700" fill="hold"/>
                                        <p:tgtEl>
                                          <p:spTgt spid="3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700" fill="hold"/>
                                        <p:tgtEl>
                                          <p:spTgt spid="3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377440"/>
            <a:ext cx="6766560" cy="676656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566160"/>
            <a:ext cx="6217920" cy="6217920"/>
          </a:xfrm>
          <a:prstGeom prst="ellipse">
            <a:avLst/>
          </a:prstGeom>
          <a:solidFill>
            <a:srgbClr val="FFC85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z04_drop_13"/>
          <p:cNvSpPr/>
          <p:nvPr/>
        </p:nvSpPr>
        <p:spPr>
          <a:xfrm rot="4260000">
            <a:off x="11612247" y="580965"/>
            <a:ext cx="162841" cy="162841"/>
          </a:xfrm>
          <a:prstGeom prst="ellips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8" name="z04_drop_90"/>
          <p:cNvSpPr/>
          <p:nvPr/>
        </p:nvSpPr>
        <p:spPr>
          <a:xfrm rot="18240000">
            <a:off x="7109458" y="1234036"/>
            <a:ext cx="150540" cy="75270"/>
          </a:xfrm>
          <a:prstGeom prst="rect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9" name="z04_drop_134"/>
          <p:cNvSpPr/>
          <p:nvPr/>
        </p:nvSpPr>
        <p:spPr>
          <a:xfrm rot="12180000">
            <a:off x="3865543" y="1506759"/>
            <a:ext cx="170412" cy="8520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z04_drop_179"/>
          <p:cNvSpPr/>
          <p:nvPr/>
        </p:nvSpPr>
        <p:spPr>
          <a:xfrm rot="3420000">
            <a:off x="2304410" y="496760"/>
            <a:ext cx="114388" cy="114388"/>
          </a:xfrm>
          <a:prstGeom prst="ellips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1" name="z04_drop_254"/>
          <p:cNvSpPr/>
          <p:nvPr/>
        </p:nvSpPr>
        <p:spPr>
          <a:xfrm rot="19380000">
            <a:off x="2686873" y="1169033"/>
            <a:ext cx="216359" cy="216359"/>
          </a:xfrm>
          <a:prstGeom prst="diamond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12" name="z04_drop_261"/>
          <p:cNvSpPr/>
          <p:nvPr/>
        </p:nvSpPr>
        <p:spPr>
          <a:xfrm rot="1140000">
            <a:off x="3551538" y="1253645"/>
            <a:ext cx="168507" cy="168507"/>
          </a:xfrm>
          <a:prstGeom prst="diamond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3" name="z04_drop_364"/>
          <p:cNvSpPr/>
          <p:nvPr/>
        </p:nvSpPr>
        <p:spPr>
          <a:xfrm rot="1560000">
            <a:off x="6749594" y="475766"/>
            <a:ext cx="239662" cy="23966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z04_drop_385"/>
          <p:cNvSpPr/>
          <p:nvPr/>
        </p:nvSpPr>
        <p:spPr>
          <a:xfrm rot="5040000">
            <a:off x="3121410" y="1053599"/>
            <a:ext cx="189831" cy="189831"/>
          </a:xfrm>
          <a:prstGeom prst="star5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15" name="z04_drop_442"/>
          <p:cNvSpPr/>
          <p:nvPr/>
        </p:nvSpPr>
        <p:spPr>
          <a:xfrm rot="16860000">
            <a:off x="1787997" y="1299369"/>
            <a:ext cx="122905" cy="122905"/>
          </a:xfrm>
          <a:prstGeom prst="diamond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16" name="z04_drop_453"/>
          <p:cNvSpPr/>
          <p:nvPr/>
        </p:nvSpPr>
        <p:spPr>
          <a:xfrm rot="10560000">
            <a:off x="3176887" y="1465789"/>
            <a:ext cx="177801" cy="177801"/>
          </a:xfrm>
          <a:prstGeom prst="diamond">
            <a:avLst/>
          </a:prstGeom>
          <a:solidFill>
            <a:srgbClr val="60A5FA">
              <a:alpha val="88000"/>
            </a:srgbClr>
          </a:solidFill>
          <a:ln/>
        </p:spPr>
      </p:sp>
      <p:sp>
        <p:nvSpPr>
          <p:cNvPr id="17" name="z04_drop_563"/>
          <p:cNvSpPr/>
          <p:nvPr/>
        </p:nvSpPr>
        <p:spPr>
          <a:xfrm rot="19380000">
            <a:off x="10852360" y="390938"/>
            <a:ext cx="103667" cy="103667"/>
          </a:xfrm>
          <a:prstGeom prst="ellipse">
            <a:avLst/>
          </a:prstGeom>
          <a:solidFill>
            <a:srgbClr val="FB923C">
              <a:alpha val="88000"/>
            </a:srgbClr>
          </a:solidFill>
          <a:ln/>
        </p:spPr>
      </p:sp>
      <p:sp>
        <p:nvSpPr>
          <p:cNvPr id="18" name="z04_drop_577"/>
          <p:cNvSpPr/>
          <p:nvPr/>
        </p:nvSpPr>
        <p:spPr>
          <a:xfrm rot="20460000">
            <a:off x="7863645" y="654882"/>
            <a:ext cx="190686" cy="95343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9" name="z04_drop_635"/>
          <p:cNvSpPr/>
          <p:nvPr/>
        </p:nvSpPr>
        <p:spPr>
          <a:xfrm rot="14280000">
            <a:off x="7318983" y="1526348"/>
            <a:ext cx="165617" cy="165617"/>
          </a:xfrm>
          <a:prstGeom prst="triangle">
            <a:avLst/>
          </a:prstGeom>
          <a:solidFill>
            <a:srgbClr val="FFE3A3">
              <a:alpha val="88000"/>
            </a:srgbClr>
          </a:solidFill>
          <a:ln/>
        </p:spPr>
      </p:sp>
      <p:sp>
        <p:nvSpPr>
          <p:cNvPr id="20" name="z04_drop_731"/>
          <p:cNvSpPr/>
          <p:nvPr/>
        </p:nvSpPr>
        <p:spPr>
          <a:xfrm rot="12300000">
            <a:off x="7826435" y="1049591"/>
            <a:ext cx="173661" cy="173661"/>
          </a:xfrm>
          <a:prstGeom prst="star5">
            <a:avLst/>
          </a:prstGeom>
          <a:solidFill>
            <a:srgbClr val="FFC857">
              <a:alpha val="88000"/>
            </a:srgbClr>
          </a:solidFill>
          <a:ln/>
        </p:spPr>
      </p:sp>
      <p:sp>
        <p:nvSpPr>
          <p:cNvPr id="21" name="z04_drop_762"/>
          <p:cNvSpPr/>
          <p:nvPr/>
        </p:nvSpPr>
        <p:spPr>
          <a:xfrm rot="6120000">
            <a:off x="5803634" y="424687"/>
            <a:ext cx="116763" cy="116763"/>
          </a:xfrm>
          <a:prstGeom prst="ellips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2" name="z04_drop_797"/>
          <p:cNvSpPr/>
          <p:nvPr/>
        </p:nvSpPr>
        <p:spPr>
          <a:xfrm rot="5760000">
            <a:off x="7963713" y="950567"/>
            <a:ext cx="120610" cy="120610"/>
          </a:xfrm>
          <a:prstGeom prst="diamond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3" name="z04_drop_811"/>
          <p:cNvSpPr/>
          <p:nvPr/>
        </p:nvSpPr>
        <p:spPr>
          <a:xfrm rot="1800000">
            <a:off x="4636220" y="856549"/>
            <a:ext cx="111796" cy="55898"/>
          </a:xfrm>
          <a:prstGeom prst="rect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4" name="z04_drop_931"/>
          <p:cNvSpPr/>
          <p:nvPr/>
        </p:nvSpPr>
        <p:spPr>
          <a:xfrm rot="19080000">
            <a:off x="10752555" y="551580"/>
            <a:ext cx="199349" cy="199349"/>
          </a:xfrm>
          <a:prstGeom prst="ellips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5" name="z04_drop_978"/>
          <p:cNvSpPr/>
          <p:nvPr/>
        </p:nvSpPr>
        <p:spPr>
          <a:xfrm rot="10140000">
            <a:off x="1078700" y="768467"/>
            <a:ext cx="103615" cy="103615"/>
          </a:xfrm>
          <a:prstGeom prst="triangle">
            <a:avLst/>
          </a:prstGeom>
          <a:solidFill>
            <a:srgbClr val="F97316">
              <a:alpha val="88000"/>
            </a:srgbClr>
          </a:solidFill>
          <a:ln/>
        </p:spPr>
      </p:sp>
      <p:sp>
        <p:nvSpPr>
          <p:cNvPr id="26" name="z04_drop_977"/>
          <p:cNvSpPr/>
          <p:nvPr/>
        </p:nvSpPr>
        <p:spPr>
          <a:xfrm rot="2460000">
            <a:off x="3793526" y="722693"/>
            <a:ext cx="247350" cy="247350"/>
          </a:xfrm>
          <a:prstGeom prst="ellipse">
            <a:avLst/>
          </a:prstGeom>
          <a:solidFill>
            <a:srgbClr val="F97316">
              <a:alpha val="88000"/>
            </a:srgbClr>
          </a:solidFill>
          <a:ln/>
        </p:spPr>
      </p:sp>
      <p:pic>
        <p:nvPicPr>
          <p:cNvPr id="27" name="z01_zoom_0" descr="/home/abhimanyu/myProject/new/tigmaminds-academy/public/tma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2928" y="868680"/>
            <a:ext cx="1005840" cy="1005840"/>
          </a:xfrm>
          <a:prstGeom prst="rect">
            <a:avLst/>
          </a:prstGeom>
        </p:spPr>
      </p:pic>
      <p:sp>
        <p:nvSpPr>
          <p:cNvPr id="28" name="z02_zoomout_0"/>
          <p:cNvSpPr txBox="1"/>
          <p:nvPr/>
        </p:nvSpPr>
        <p:spPr>
          <a:xfrm>
            <a:off x="731520" y="2148840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Congratulations!</a:t>
            </a:r>
            <a:endParaRPr lang="en-US" sz="5200" dirty="0"/>
          </a:p>
        </p:txBody>
      </p:sp>
      <p:sp>
        <p:nvSpPr>
          <p:cNvPr id="29" name="z03_fade_0"/>
          <p:cNvSpPr txBox="1"/>
          <p:nvPr/>
        </p:nvSpPr>
        <p:spPr>
          <a:xfrm>
            <a:off x="1920240" y="324612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all 62 builders from 8 institutions who spent 48 hours turning an idea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into a working prototype — thank you for making Hackathon 2026 what it was.</a:t>
            </a:r>
            <a:endParaRPr lang="en-US" sz="1600" dirty="0"/>
          </a:p>
        </p:txBody>
      </p:sp>
      <p:sp>
        <p:nvSpPr>
          <p:cNvPr id="30" name="z03_flyup_200"/>
          <p:cNvSpPr/>
          <p:nvPr/>
        </p:nvSpPr>
        <p:spPr>
          <a:xfrm>
            <a:off x="815188" y="4434840"/>
            <a:ext cx="3337560" cy="603504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1" name="z03_flyup_200"/>
          <p:cNvSpPr txBox="1"/>
          <p:nvPr/>
        </p:nvSpPr>
        <p:spPr>
          <a:xfrm>
            <a:off x="815188" y="44348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Participation certificates for all</a:t>
            </a:r>
            <a:endParaRPr lang="en-US" sz="1250" dirty="0"/>
          </a:p>
        </p:txBody>
      </p:sp>
      <p:sp>
        <p:nvSpPr>
          <p:cNvPr id="32" name="z03_flyup_340"/>
          <p:cNvSpPr/>
          <p:nvPr/>
        </p:nvSpPr>
        <p:spPr>
          <a:xfrm>
            <a:off x="4427068" y="4434840"/>
            <a:ext cx="3337560" cy="603504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3" name="z03_flyup_340"/>
          <p:cNvSpPr txBox="1"/>
          <p:nvPr/>
        </p:nvSpPr>
        <p:spPr>
          <a:xfrm>
            <a:off x="4427068" y="44348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 appreciation certificates</a:t>
            </a:r>
            <a:endParaRPr lang="en-US" sz="1250" dirty="0"/>
          </a:p>
        </p:txBody>
      </p:sp>
      <p:sp>
        <p:nvSpPr>
          <p:cNvPr id="34" name="z03_flyup_480"/>
          <p:cNvSpPr/>
          <p:nvPr/>
        </p:nvSpPr>
        <p:spPr>
          <a:xfrm>
            <a:off x="8038948" y="4434840"/>
            <a:ext cx="3337560" cy="603504"/>
          </a:xfrm>
          <a:prstGeom prst="roundRect">
            <a:avLst>
              <a:gd name="adj" fmla="val 50000"/>
            </a:avLst>
          </a:prstGeom>
          <a:solidFill>
            <a:srgbClr val="1720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35" name="z03_flyup_480"/>
          <p:cNvSpPr txBox="1"/>
          <p:nvPr/>
        </p:nvSpPr>
        <p:spPr>
          <a:xfrm>
            <a:off x="8038948" y="44348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E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Goodies &amp; mentorship</a:t>
            </a:r>
            <a:endParaRPr lang="en-US" sz="1250" dirty="0"/>
          </a:p>
        </p:txBody>
      </p:sp>
      <p:sp>
        <p:nvSpPr>
          <p:cNvPr id="36" name="z05_fade_0"/>
          <p:cNvSpPr txBox="1"/>
          <p:nvPr/>
        </p:nvSpPr>
        <p:spPr>
          <a:xfrm>
            <a:off x="1097280" y="5486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spc="200" kern="0" dirty="0">
                <a:solidFill>
                  <a:srgbClr val="9AA8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hackathon@tigmaminds.com   ·   tigmaminds.com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" dur="700" fill="hold"/>
                                        <p:tgtEl>
                                          <p:spTgt spid="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900" fill="hold"/>
                                        <p:tgtEl>
                                          <p:spTgt spid="28"/>
                                        </p:tgtEl>
                                      </p:cBhvr>
                                      <p:from x="280000" y="28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grpId="0" nodeType="afterEffect">
                                  <p:stCondLst>
                                    <p:cond delay="13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1" dur="1100" fill="hold"/>
                                        <p:tgtEl>
                                          <p:spTgt spid="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2" presetClass="entr" presetSubtype="1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46" dur="1100" fill="hold"/>
                                        <p:tgtEl>
                                          <p:spTgt spid="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13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1" dur="1100" fill="hold"/>
                                        <p:tgtEl>
                                          <p:spTgt spid="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179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1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56" dur="1100" fill="hold"/>
                                        <p:tgtEl>
                                          <p:spTgt spid="1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1" fill="hold" grpId="0" nodeType="withEffect">
                                  <p:stCondLst>
                                    <p:cond delay="254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1" dur="1100" fill="hold"/>
                                        <p:tgtEl>
                                          <p:spTgt spid="1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2" presetClass="entr" presetSubtype="1" fill="hold" grpId="0" nodeType="withEffect">
                                  <p:stCondLst>
                                    <p:cond delay="261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66" dur="1100" fill="hold"/>
                                        <p:tgtEl>
                                          <p:spTgt spid="1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" presetClass="entr" presetSubtype="1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1" dur="1100" fill="hold"/>
                                        <p:tgtEl>
                                          <p:spTgt spid="1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76" dur="1100" fill="hold"/>
                                        <p:tgtEl>
                                          <p:spTgt spid="1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2" presetClass="entr" presetSubtype="1" fill="hold" grpId="0" nodeType="withEffect">
                                  <p:stCondLst>
                                    <p:cond delay="442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1" dur="1100" fill="hold"/>
                                        <p:tgtEl>
                                          <p:spTgt spid="1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2" presetClass="entr" presetSubtype="1" fill="hold" grpId="0" nodeType="withEffect">
                                  <p:stCondLst>
                                    <p:cond delay="453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86" dur="1100" fill="hold"/>
                                        <p:tgtEl>
                                          <p:spTgt spid="1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2" presetClass="entr" presetSubtype="1" fill="hold" grpId="0" nodeType="withEffect">
                                  <p:stCondLst>
                                    <p:cond delay="563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1" dur="1100" fill="hold"/>
                                        <p:tgtEl>
                                          <p:spTgt spid="17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2" presetClass="entr" presetSubtype="1" fill="hold" grpId="0" nodeType="withEffect">
                                  <p:stCondLst>
                                    <p:cond delay="577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96" dur="1100" fill="hold"/>
                                        <p:tgtEl>
                                          <p:spTgt spid="18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2" presetClass="entr" presetSubtype="1" fill="hold" grpId="0" nodeType="withEffect">
                                  <p:stCondLst>
                                    <p:cond delay="63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1" dur="1100" fill="hold"/>
                                        <p:tgtEl>
                                          <p:spTgt spid="19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2" presetClass="entr" presetSubtype="1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06" dur="1100" fill="hold"/>
                                        <p:tgtEl>
                                          <p:spTgt spid="20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2" presetClass="entr" presetSubtype="1" fill="hold" grpId="0" nodeType="withEffect">
                                  <p:stCondLst>
                                    <p:cond delay="762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1" dur="1100" fill="hold"/>
                                        <p:tgtEl>
                                          <p:spTgt spid="21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2" presetClass="entr" presetSubtype="1" fill="hold" grpId="0" nodeType="withEffect">
                                  <p:stCondLst>
                                    <p:cond delay="797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16" dur="1100" fill="hold"/>
                                        <p:tgtEl>
                                          <p:spTgt spid="2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" presetID="2" presetClass="entr" presetSubtype="1" fill="hold" grpId="0" nodeType="withEffect">
                                  <p:stCondLst>
                                    <p:cond delay="811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1" dur="1100" fill="hold"/>
                                        <p:tgtEl>
                                          <p:spTgt spid="2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2" presetClass="entr" presetSubtype="1" fill="hold" grpId="0" nodeType="withEffect">
                                  <p:stCondLst>
                                    <p:cond delay="931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26" dur="1100" fill="hold"/>
                                        <p:tgtEl>
                                          <p:spTgt spid="24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2" presetClass="entr" presetSubtype="1" fill="hold" grpId="0" nodeType="withEffect">
                                  <p:stCondLst>
                                    <p:cond delay="97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1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1" dur="1100" fill="hold"/>
                                        <p:tgtEl>
                                          <p:spTgt spid="26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2" presetClass="entr" presetSubtype="1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136" dur="1100" fill="hold"/>
                                        <p:tgtEl>
                                          <p:spTgt spid="2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TigmaMinds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TigmaMinds Academy Hackathon 2026 — Winners</dc:title>
  <dc:subject>Winner announcement: Buri Buri Zaemon</dc:subject>
  <dc:creator>TigmaMinds Academy</dc:creator>
  <cp:lastModifiedBy>TigmaMinds Academy</cp:lastModifiedBy>
  <cp:revision>1</cp:revision>
  <dcterms:created xsi:type="dcterms:W3CDTF">2026-08-30T06:48:02Z</dcterms:created>
  <dcterms:modified xsi:type="dcterms:W3CDTF">2026-08-30T06:48:02Z</dcterms:modified>
</cp:coreProperties>
</file>